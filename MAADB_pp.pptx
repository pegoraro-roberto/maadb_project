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Fira Sans Extra Condensed SemiBol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FiraSansExtraCondensedSemi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FiraSansExtraCondensedSemiBold-bold.fntdata"/><Relationship Id="rId6" Type="http://schemas.openxmlformats.org/officeDocument/2006/relationships/slide" Target="slides/slide2.xml"/><Relationship Id="rId18" Type="http://schemas.openxmlformats.org/officeDocument/2006/relationships/font" Target="fonts/FiraSansExtraCondensed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384c0e568c9b205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384c0e568c9b205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ed4aa40ca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ed4aa40ca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c547cbf63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c547cbf63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ee5eb34d0c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ee5eb34d0c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67dd017d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c67dd017d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034e70190a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034e70190a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c67dd017d6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c67dd017d6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67dd017d6_1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67dd017d6_1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c67dd017d6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c67dd017d6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MAADB - NoSQL lab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 Roberto Pegoraro e Luca Schiavon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850801" y="2914633"/>
            <a:ext cx="1738972" cy="1021672"/>
          </a:xfrm>
          <a:custGeom>
            <a:rect b="b" l="l" r="r" t="t"/>
            <a:pathLst>
              <a:path extrusionOk="0" h="46572" w="79261">
                <a:moveTo>
                  <a:pt x="39635" y="1"/>
                </a:moveTo>
                <a:cubicBezTo>
                  <a:pt x="38749" y="1"/>
                  <a:pt x="37862" y="230"/>
                  <a:pt x="37065" y="688"/>
                </a:cubicBezTo>
                <a:lnTo>
                  <a:pt x="1679" y="21119"/>
                </a:lnTo>
                <a:cubicBezTo>
                  <a:pt x="1" y="22084"/>
                  <a:pt x="1" y="24489"/>
                  <a:pt x="1679" y="25453"/>
                </a:cubicBezTo>
                <a:lnTo>
                  <a:pt x="37065" y="45884"/>
                </a:lnTo>
                <a:cubicBezTo>
                  <a:pt x="37862" y="46343"/>
                  <a:pt x="38749" y="46572"/>
                  <a:pt x="39635" y="46572"/>
                </a:cubicBezTo>
                <a:cubicBezTo>
                  <a:pt x="40520" y="46572"/>
                  <a:pt x="41405" y="46343"/>
                  <a:pt x="42196" y="45884"/>
                </a:cubicBezTo>
                <a:lnTo>
                  <a:pt x="77594" y="25453"/>
                </a:lnTo>
                <a:cubicBezTo>
                  <a:pt x="79260" y="24489"/>
                  <a:pt x="79260" y="22084"/>
                  <a:pt x="77594" y="21119"/>
                </a:cubicBezTo>
                <a:lnTo>
                  <a:pt x="42196" y="688"/>
                </a:lnTo>
                <a:cubicBezTo>
                  <a:pt x="41405" y="230"/>
                  <a:pt x="40520" y="1"/>
                  <a:pt x="39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3"/>
          <p:cNvGrpSpPr/>
          <p:nvPr/>
        </p:nvGrpSpPr>
        <p:grpSpPr>
          <a:xfrm>
            <a:off x="4445259" y="1761916"/>
            <a:ext cx="1801298" cy="2313940"/>
            <a:chOff x="2616388" y="1504175"/>
            <a:chExt cx="2082425" cy="2675075"/>
          </a:xfrm>
        </p:grpSpPr>
        <p:sp>
          <p:nvSpPr>
            <p:cNvPr id="58" name="Google Shape;58;p13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" name="Google Shape;61;p13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2" name="Google Shape;62;p13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" name="Google Shape;118;p13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3"/>
          <p:cNvSpPr/>
          <p:nvPr/>
        </p:nvSpPr>
        <p:spPr>
          <a:xfrm>
            <a:off x="7096363" y="2099322"/>
            <a:ext cx="1236307" cy="1672149"/>
          </a:xfrm>
          <a:custGeom>
            <a:rect b="b" l="l" r="r" t="t"/>
            <a:pathLst>
              <a:path extrusionOk="0" h="71307" w="52721">
                <a:moveTo>
                  <a:pt x="52709" y="0"/>
                </a:moveTo>
                <a:lnTo>
                  <a:pt x="0" y="0"/>
                </a:lnTo>
                <a:lnTo>
                  <a:pt x="0" y="55495"/>
                </a:lnTo>
                <a:cubicBezTo>
                  <a:pt x="0" y="56090"/>
                  <a:pt x="321" y="56650"/>
                  <a:pt x="845" y="56948"/>
                </a:cubicBezTo>
                <a:lnTo>
                  <a:pt x="24646" y="70699"/>
                </a:lnTo>
                <a:cubicBezTo>
                  <a:pt x="25706" y="71306"/>
                  <a:pt x="27027" y="71306"/>
                  <a:pt x="28087" y="70699"/>
                </a:cubicBezTo>
                <a:lnTo>
                  <a:pt x="51876" y="56948"/>
                </a:lnTo>
                <a:cubicBezTo>
                  <a:pt x="52399" y="56650"/>
                  <a:pt x="52721" y="56090"/>
                  <a:pt x="52721" y="55495"/>
                </a:cubicBezTo>
                <a:lnTo>
                  <a:pt x="52721" y="554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7089938" y="1728531"/>
            <a:ext cx="1249158" cy="741583"/>
          </a:xfrm>
          <a:custGeom>
            <a:rect b="b" l="l" r="r" t="t"/>
            <a:pathLst>
              <a:path extrusionOk="0" h="31624" w="53269">
                <a:moveTo>
                  <a:pt x="24920" y="31004"/>
                </a:moveTo>
                <a:lnTo>
                  <a:pt x="1119" y="17265"/>
                </a:lnTo>
                <a:cubicBezTo>
                  <a:pt x="0" y="16622"/>
                  <a:pt x="0" y="15002"/>
                  <a:pt x="1119" y="14359"/>
                </a:cubicBezTo>
                <a:lnTo>
                  <a:pt x="24920" y="620"/>
                </a:lnTo>
                <a:cubicBezTo>
                  <a:pt x="25980" y="1"/>
                  <a:pt x="27301" y="1"/>
                  <a:pt x="28361" y="620"/>
                </a:cubicBezTo>
                <a:lnTo>
                  <a:pt x="52150" y="14359"/>
                </a:lnTo>
                <a:cubicBezTo>
                  <a:pt x="53269" y="15002"/>
                  <a:pt x="53269" y="16622"/>
                  <a:pt x="52150" y="17265"/>
                </a:cubicBezTo>
                <a:lnTo>
                  <a:pt x="28361" y="31004"/>
                </a:lnTo>
                <a:cubicBezTo>
                  <a:pt x="27289" y="31624"/>
                  <a:pt x="25980" y="31624"/>
                  <a:pt x="24920" y="310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7116460" y="221265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61"/>
                </a:lnTo>
                <a:lnTo>
                  <a:pt x="0" y="1"/>
                </a:lnTo>
                <a:lnTo>
                  <a:pt x="24194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7116460" y="2263753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7116460" y="2315132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7116460" y="2366511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7116460" y="2417890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7116460" y="2509463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7116460" y="2560842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7116460" y="2611916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7116460" y="266329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7116460" y="2714674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7116460" y="280624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7116460" y="285762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7116460" y="2909004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7116460" y="2960078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9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7116460" y="301145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7116460" y="3103029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7116460" y="3154408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7116460" y="320578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7116460" y="3257166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7116460" y="3308263"/>
            <a:ext cx="567349" cy="364366"/>
          </a:xfrm>
          <a:custGeom>
            <a:rect b="b" l="l" r="r" t="t"/>
            <a:pathLst>
              <a:path extrusionOk="0" h="15538" w="24194">
                <a:moveTo>
                  <a:pt x="24194" y="15538"/>
                </a:moveTo>
                <a:lnTo>
                  <a:pt x="0" y="1572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7745225" y="221265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61"/>
                </a:lnTo>
                <a:lnTo>
                  <a:pt x="24182" y="1"/>
                </a:lnTo>
                <a:lnTo>
                  <a:pt x="0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7745225" y="2263753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7745225" y="2315132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7745225" y="2366511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7745225" y="2417890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7745225" y="2509463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7745225" y="2560842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7745225" y="2611916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7745225" y="266329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7745225" y="2714674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7745225" y="280624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7745225" y="285762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7745225" y="2909004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7745225" y="2960078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9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7745225" y="301145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7745225" y="3103029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7745225" y="3154408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7745225" y="320578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7745225" y="3257166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7745225" y="3308263"/>
            <a:ext cx="567068" cy="364366"/>
          </a:xfrm>
          <a:custGeom>
            <a:rect b="b" l="l" r="r" t="t"/>
            <a:pathLst>
              <a:path extrusionOk="0" h="15538" w="24182">
                <a:moveTo>
                  <a:pt x="0" y="15538"/>
                </a:moveTo>
                <a:lnTo>
                  <a:pt x="24182" y="1572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3"/>
          <p:cNvGrpSpPr/>
          <p:nvPr/>
        </p:nvGrpSpPr>
        <p:grpSpPr>
          <a:xfrm>
            <a:off x="6845427" y="1589551"/>
            <a:ext cx="1738972" cy="1497957"/>
            <a:chOff x="5553063" y="1487604"/>
            <a:chExt cx="1981525" cy="1707075"/>
          </a:xfrm>
        </p:grpSpPr>
        <p:sp>
          <p:nvSpPr>
            <p:cNvPr id="168" name="Google Shape;168;p13"/>
            <p:cNvSpPr/>
            <p:nvPr/>
          </p:nvSpPr>
          <p:spPr>
            <a:xfrm>
              <a:off x="5563488" y="2071829"/>
              <a:ext cx="1960975" cy="1122850"/>
            </a:xfrm>
            <a:custGeom>
              <a:rect b="b" l="l" r="r" t="t"/>
              <a:pathLst>
                <a:path extrusionOk="0" h="44914" w="78439">
                  <a:moveTo>
                    <a:pt x="12" y="1"/>
                  </a:moveTo>
                  <a:cubicBezTo>
                    <a:pt x="12" y="72"/>
                    <a:pt x="12" y="132"/>
                    <a:pt x="12" y="191"/>
                  </a:cubicBezTo>
                  <a:cubicBezTo>
                    <a:pt x="12" y="263"/>
                    <a:pt x="12" y="322"/>
                    <a:pt x="12" y="394"/>
                  </a:cubicBezTo>
                  <a:cubicBezTo>
                    <a:pt x="12" y="453"/>
                    <a:pt x="12" y="525"/>
                    <a:pt x="12" y="584"/>
                  </a:cubicBezTo>
                  <a:cubicBezTo>
                    <a:pt x="12" y="656"/>
                    <a:pt x="12" y="715"/>
                    <a:pt x="12" y="775"/>
                  </a:cubicBezTo>
                  <a:cubicBezTo>
                    <a:pt x="12" y="846"/>
                    <a:pt x="12" y="906"/>
                    <a:pt x="12" y="977"/>
                  </a:cubicBezTo>
                  <a:cubicBezTo>
                    <a:pt x="12" y="1037"/>
                    <a:pt x="12" y="1108"/>
                    <a:pt x="12" y="1167"/>
                  </a:cubicBezTo>
                  <a:cubicBezTo>
                    <a:pt x="12" y="1239"/>
                    <a:pt x="12" y="1298"/>
                    <a:pt x="12" y="1358"/>
                  </a:cubicBezTo>
                  <a:cubicBezTo>
                    <a:pt x="12" y="1429"/>
                    <a:pt x="12" y="1489"/>
                    <a:pt x="12" y="1560"/>
                  </a:cubicBezTo>
                  <a:cubicBezTo>
                    <a:pt x="12" y="1620"/>
                    <a:pt x="12" y="1691"/>
                    <a:pt x="12" y="1751"/>
                  </a:cubicBezTo>
                  <a:cubicBezTo>
                    <a:pt x="12" y="1822"/>
                    <a:pt x="12" y="1882"/>
                    <a:pt x="12" y="1941"/>
                  </a:cubicBezTo>
                  <a:cubicBezTo>
                    <a:pt x="12" y="2013"/>
                    <a:pt x="12" y="2072"/>
                    <a:pt x="12" y="2144"/>
                  </a:cubicBezTo>
                  <a:cubicBezTo>
                    <a:pt x="12" y="2203"/>
                    <a:pt x="12" y="2275"/>
                    <a:pt x="12" y="2334"/>
                  </a:cubicBezTo>
                  <a:cubicBezTo>
                    <a:pt x="12" y="2406"/>
                    <a:pt x="12" y="2465"/>
                    <a:pt x="12" y="2525"/>
                  </a:cubicBezTo>
                  <a:cubicBezTo>
                    <a:pt x="12" y="2596"/>
                    <a:pt x="12" y="2656"/>
                    <a:pt x="12" y="2727"/>
                  </a:cubicBezTo>
                  <a:cubicBezTo>
                    <a:pt x="12" y="2787"/>
                    <a:pt x="12" y="2858"/>
                    <a:pt x="12" y="2918"/>
                  </a:cubicBezTo>
                  <a:cubicBezTo>
                    <a:pt x="12" y="2989"/>
                    <a:pt x="12" y="3049"/>
                    <a:pt x="12" y="3108"/>
                  </a:cubicBezTo>
                  <a:cubicBezTo>
                    <a:pt x="12" y="3180"/>
                    <a:pt x="12" y="3239"/>
                    <a:pt x="12" y="3311"/>
                  </a:cubicBezTo>
                  <a:cubicBezTo>
                    <a:pt x="12" y="3370"/>
                    <a:pt x="12" y="3442"/>
                    <a:pt x="12" y="3501"/>
                  </a:cubicBezTo>
                  <a:cubicBezTo>
                    <a:pt x="12" y="3573"/>
                    <a:pt x="12" y="3632"/>
                    <a:pt x="12" y="3692"/>
                  </a:cubicBezTo>
                  <a:cubicBezTo>
                    <a:pt x="12" y="3763"/>
                    <a:pt x="12" y="3823"/>
                    <a:pt x="12" y="3894"/>
                  </a:cubicBezTo>
                  <a:cubicBezTo>
                    <a:pt x="12" y="3954"/>
                    <a:pt x="12" y="4025"/>
                    <a:pt x="12" y="4085"/>
                  </a:cubicBezTo>
                  <a:cubicBezTo>
                    <a:pt x="12" y="4156"/>
                    <a:pt x="12" y="4215"/>
                    <a:pt x="12" y="4275"/>
                  </a:cubicBezTo>
                  <a:cubicBezTo>
                    <a:pt x="12" y="4346"/>
                    <a:pt x="12" y="4406"/>
                    <a:pt x="12" y="4477"/>
                  </a:cubicBezTo>
                  <a:cubicBezTo>
                    <a:pt x="12" y="4537"/>
                    <a:pt x="12" y="4608"/>
                    <a:pt x="12" y="4668"/>
                  </a:cubicBezTo>
                  <a:cubicBezTo>
                    <a:pt x="12" y="4739"/>
                    <a:pt x="12" y="4799"/>
                    <a:pt x="12" y="4858"/>
                  </a:cubicBezTo>
                  <a:cubicBezTo>
                    <a:pt x="12" y="4930"/>
                    <a:pt x="12" y="4989"/>
                    <a:pt x="12" y="5061"/>
                  </a:cubicBezTo>
                  <a:cubicBezTo>
                    <a:pt x="12" y="5120"/>
                    <a:pt x="12" y="5192"/>
                    <a:pt x="12" y="5251"/>
                  </a:cubicBezTo>
                  <a:cubicBezTo>
                    <a:pt x="12" y="5323"/>
                    <a:pt x="12" y="5382"/>
                    <a:pt x="12" y="5442"/>
                  </a:cubicBezTo>
                  <a:cubicBezTo>
                    <a:pt x="12" y="5513"/>
                    <a:pt x="12" y="5573"/>
                    <a:pt x="12" y="5644"/>
                  </a:cubicBezTo>
                  <a:cubicBezTo>
                    <a:pt x="12" y="5704"/>
                    <a:pt x="12" y="5775"/>
                    <a:pt x="12" y="5835"/>
                  </a:cubicBezTo>
                  <a:cubicBezTo>
                    <a:pt x="12" y="5906"/>
                    <a:pt x="12" y="5966"/>
                    <a:pt x="12" y="6025"/>
                  </a:cubicBezTo>
                  <a:cubicBezTo>
                    <a:pt x="12" y="6097"/>
                    <a:pt x="12" y="6156"/>
                    <a:pt x="12" y="6228"/>
                  </a:cubicBezTo>
                  <a:cubicBezTo>
                    <a:pt x="12" y="6287"/>
                    <a:pt x="12" y="6359"/>
                    <a:pt x="12" y="6418"/>
                  </a:cubicBezTo>
                  <a:cubicBezTo>
                    <a:pt x="12" y="6490"/>
                    <a:pt x="12" y="6549"/>
                    <a:pt x="12" y="6609"/>
                  </a:cubicBezTo>
                  <a:cubicBezTo>
                    <a:pt x="12" y="6680"/>
                    <a:pt x="12" y="6740"/>
                    <a:pt x="12" y="6811"/>
                  </a:cubicBezTo>
                  <a:cubicBezTo>
                    <a:pt x="12" y="6871"/>
                    <a:pt x="12" y="6942"/>
                    <a:pt x="12" y="7002"/>
                  </a:cubicBezTo>
                  <a:cubicBezTo>
                    <a:pt x="12" y="7073"/>
                    <a:pt x="12" y="7132"/>
                    <a:pt x="12" y="7192"/>
                  </a:cubicBezTo>
                  <a:cubicBezTo>
                    <a:pt x="12" y="7263"/>
                    <a:pt x="12" y="7323"/>
                    <a:pt x="12" y="7394"/>
                  </a:cubicBezTo>
                  <a:cubicBezTo>
                    <a:pt x="12" y="7454"/>
                    <a:pt x="12" y="7525"/>
                    <a:pt x="12" y="7585"/>
                  </a:cubicBezTo>
                  <a:cubicBezTo>
                    <a:pt x="12" y="7656"/>
                    <a:pt x="12" y="7716"/>
                    <a:pt x="12" y="7775"/>
                  </a:cubicBezTo>
                  <a:cubicBezTo>
                    <a:pt x="12" y="7847"/>
                    <a:pt x="12" y="7906"/>
                    <a:pt x="12" y="7978"/>
                  </a:cubicBezTo>
                  <a:cubicBezTo>
                    <a:pt x="12" y="8037"/>
                    <a:pt x="12" y="8109"/>
                    <a:pt x="12" y="8168"/>
                  </a:cubicBezTo>
                  <a:cubicBezTo>
                    <a:pt x="12" y="8228"/>
                    <a:pt x="12" y="8299"/>
                    <a:pt x="12" y="8359"/>
                  </a:cubicBezTo>
                  <a:cubicBezTo>
                    <a:pt x="12" y="8430"/>
                    <a:pt x="12" y="8490"/>
                    <a:pt x="12" y="8561"/>
                  </a:cubicBezTo>
                  <a:cubicBezTo>
                    <a:pt x="12" y="8621"/>
                    <a:pt x="12" y="8692"/>
                    <a:pt x="12" y="8752"/>
                  </a:cubicBezTo>
                  <a:cubicBezTo>
                    <a:pt x="12" y="8811"/>
                    <a:pt x="12" y="8883"/>
                    <a:pt x="12" y="8942"/>
                  </a:cubicBezTo>
                  <a:cubicBezTo>
                    <a:pt x="12" y="9014"/>
                    <a:pt x="12" y="9073"/>
                    <a:pt x="12" y="9145"/>
                  </a:cubicBezTo>
                  <a:cubicBezTo>
                    <a:pt x="12" y="9204"/>
                    <a:pt x="12" y="9276"/>
                    <a:pt x="12" y="9335"/>
                  </a:cubicBezTo>
                  <a:cubicBezTo>
                    <a:pt x="12" y="9395"/>
                    <a:pt x="12" y="9466"/>
                    <a:pt x="12" y="9526"/>
                  </a:cubicBezTo>
                  <a:cubicBezTo>
                    <a:pt x="12" y="9597"/>
                    <a:pt x="12" y="9657"/>
                    <a:pt x="12" y="9728"/>
                  </a:cubicBezTo>
                  <a:cubicBezTo>
                    <a:pt x="12" y="9788"/>
                    <a:pt x="12" y="9859"/>
                    <a:pt x="12" y="9919"/>
                  </a:cubicBezTo>
                  <a:cubicBezTo>
                    <a:pt x="12" y="9978"/>
                    <a:pt x="12" y="10050"/>
                    <a:pt x="12" y="10109"/>
                  </a:cubicBezTo>
                  <a:cubicBezTo>
                    <a:pt x="12" y="10180"/>
                    <a:pt x="12" y="10240"/>
                    <a:pt x="12" y="10311"/>
                  </a:cubicBezTo>
                  <a:cubicBezTo>
                    <a:pt x="12" y="10371"/>
                    <a:pt x="12" y="10442"/>
                    <a:pt x="12" y="10502"/>
                  </a:cubicBezTo>
                  <a:cubicBezTo>
                    <a:pt x="12" y="10561"/>
                    <a:pt x="12" y="10633"/>
                    <a:pt x="12" y="10692"/>
                  </a:cubicBezTo>
                  <a:cubicBezTo>
                    <a:pt x="12" y="10764"/>
                    <a:pt x="12" y="10823"/>
                    <a:pt x="12" y="10895"/>
                  </a:cubicBezTo>
                  <a:cubicBezTo>
                    <a:pt x="12" y="10954"/>
                    <a:pt x="12" y="11026"/>
                    <a:pt x="12" y="11085"/>
                  </a:cubicBezTo>
                  <a:cubicBezTo>
                    <a:pt x="12" y="11145"/>
                    <a:pt x="12" y="11216"/>
                    <a:pt x="12" y="11276"/>
                  </a:cubicBezTo>
                  <a:cubicBezTo>
                    <a:pt x="12" y="11347"/>
                    <a:pt x="12" y="11407"/>
                    <a:pt x="12" y="11478"/>
                  </a:cubicBezTo>
                  <a:cubicBezTo>
                    <a:pt x="12" y="11538"/>
                    <a:pt x="12" y="11609"/>
                    <a:pt x="12" y="11669"/>
                  </a:cubicBezTo>
                  <a:cubicBezTo>
                    <a:pt x="12" y="11728"/>
                    <a:pt x="12" y="11800"/>
                    <a:pt x="12" y="11859"/>
                  </a:cubicBezTo>
                  <a:cubicBezTo>
                    <a:pt x="12" y="11931"/>
                    <a:pt x="12" y="11990"/>
                    <a:pt x="12" y="12062"/>
                  </a:cubicBezTo>
                  <a:cubicBezTo>
                    <a:pt x="12" y="12121"/>
                    <a:pt x="12" y="12193"/>
                    <a:pt x="12" y="12252"/>
                  </a:cubicBezTo>
                  <a:cubicBezTo>
                    <a:pt x="12" y="12312"/>
                    <a:pt x="12" y="12383"/>
                    <a:pt x="12" y="12443"/>
                  </a:cubicBezTo>
                  <a:cubicBezTo>
                    <a:pt x="12" y="12514"/>
                    <a:pt x="12" y="12574"/>
                    <a:pt x="12" y="12645"/>
                  </a:cubicBezTo>
                  <a:cubicBezTo>
                    <a:pt x="12" y="12705"/>
                    <a:pt x="12" y="12776"/>
                    <a:pt x="12" y="12836"/>
                  </a:cubicBezTo>
                  <a:cubicBezTo>
                    <a:pt x="12" y="12895"/>
                    <a:pt x="12" y="12967"/>
                    <a:pt x="12" y="13026"/>
                  </a:cubicBezTo>
                  <a:cubicBezTo>
                    <a:pt x="12" y="13098"/>
                    <a:pt x="12" y="13157"/>
                    <a:pt x="12" y="13228"/>
                  </a:cubicBezTo>
                  <a:cubicBezTo>
                    <a:pt x="12" y="13288"/>
                    <a:pt x="12" y="13359"/>
                    <a:pt x="12" y="13419"/>
                  </a:cubicBezTo>
                  <a:cubicBezTo>
                    <a:pt x="12" y="13479"/>
                    <a:pt x="12" y="13550"/>
                    <a:pt x="12" y="13609"/>
                  </a:cubicBezTo>
                  <a:cubicBezTo>
                    <a:pt x="12" y="13681"/>
                    <a:pt x="12" y="13740"/>
                    <a:pt x="12" y="13812"/>
                  </a:cubicBezTo>
                  <a:cubicBezTo>
                    <a:pt x="12" y="13871"/>
                    <a:pt x="12" y="13943"/>
                    <a:pt x="12" y="14002"/>
                  </a:cubicBezTo>
                  <a:cubicBezTo>
                    <a:pt x="12" y="14062"/>
                    <a:pt x="12" y="14133"/>
                    <a:pt x="12" y="14193"/>
                  </a:cubicBezTo>
                  <a:cubicBezTo>
                    <a:pt x="12" y="14264"/>
                    <a:pt x="12" y="14324"/>
                    <a:pt x="12" y="14395"/>
                  </a:cubicBezTo>
                  <a:cubicBezTo>
                    <a:pt x="12" y="14455"/>
                    <a:pt x="12" y="14526"/>
                    <a:pt x="12" y="14586"/>
                  </a:cubicBezTo>
                  <a:cubicBezTo>
                    <a:pt x="12" y="14645"/>
                    <a:pt x="12" y="14717"/>
                    <a:pt x="12" y="14776"/>
                  </a:cubicBezTo>
                  <a:cubicBezTo>
                    <a:pt x="12" y="14848"/>
                    <a:pt x="12" y="14907"/>
                    <a:pt x="12" y="14979"/>
                  </a:cubicBezTo>
                  <a:cubicBezTo>
                    <a:pt x="12" y="15038"/>
                    <a:pt x="12" y="15110"/>
                    <a:pt x="12" y="15169"/>
                  </a:cubicBezTo>
                  <a:cubicBezTo>
                    <a:pt x="12" y="15229"/>
                    <a:pt x="12" y="15300"/>
                    <a:pt x="12" y="15360"/>
                  </a:cubicBezTo>
                  <a:cubicBezTo>
                    <a:pt x="12" y="15431"/>
                    <a:pt x="12" y="15491"/>
                    <a:pt x="12" y="15562"/>
                  </a:cubicBezTo>
                  <a:cubicBezTo>
                    <a:pt x="12" y="15622"/>
                    <a:pt x="12" y="15693"/>
                    <a:pt x="12" y="15753"/>
                  </a:cubicBezTo>
                  <a:cubicBezTo>
                    <a:pt x="12" y="15812"/>
                    <a:pt x="12" y="15884"/>
                    <a:pt x="12" y="15943"/>
                  </a:cubicBezTo>
                  <a:cubicBezTo>
                    <a:pt x="12" y="16015"/>
                    <a:pt x="12" y="16074"/>
                    <a:pt x="12" y="16146"/>
                  </a:cubicBezTo>
                  <a:cubicBezTo>
                    <a:pt x="12" y="16205"/>
                    <a:pt x="12" y="16276"/>
                    <a:pt x="12" y="16336"/>
                  </a:cubicBezTo>
                  <a:cubicBezTo>
                    <a:pt x="12" y="16396"/>
                    <a:pt x="12" y="16467"/>
                    <a:pt x="12" y="16527"/>
                  </a:cubicBezTo>
                  <a:cubicBezTo>
                    <a:pt x="12" y="16598"/>
                    <a:pt x="12" y="16657"/>
                    <a:pt x="12" y="16729"/>
                  </a:cubicBezTo>
                  <a:cubicBezTo>
                    <a:pt x="12" y="16788"/>
                    <a:pt x="12" y="16860"/>
                    <a:pt x="12" y="16919"/>
                  </a:cubicBezTo>
                  <a:cubicBezTo>
                    <a:pt x="12" y="16979"/>
                    <a:pt x="12" y="17050"/>
                    <a:pt x="12" y="17110"/>
                  </a:cubicBezTo>
                  <a:cubicBezTo>
                    <a:pt x="12" y="17181"/>
                    <a:pt x="12" y="17241"/>
                    <a:pt x="12" y="17312"/>
                  </a:cubicBezTo>
                  <a:cubicBezTo>
                    <a:pt x="12" y="17372"/>
                    <a:pt x="12" y="17443"/>
                    <a:pt x="12" y="17503"/>
                  </a:cubicBezTo>
                  <a:cubicBezTo>
                    <a:pt x="12" y="17562"/>
                    <a:pt x="12" y="17634"/>
                    <a:pt x="12" y="17693"/>
                  </a:cubicBezTo>
                  <a:cubicBezTo>
                    <a:pt x="12" y="17765"/>
                    <a:pt x="12" y="17824"/>
                    <a:pt x="12" y="17896"/>
                  </a:cubicBezTo>
                  <a:cubicBezTo>
                    <a:pt x="12" y="17955"/>
                    <a:pt x="12" y="18015"/>
                    <a:pt x="12" y="18086"/>
                  </a:cubicBezTo>
                  <a:cubicBezTo>
                    <a:pt x="12" y="18146"/>
                    <a:pt x="12" y="18217"/>
                    <a:pt x="12" y="18277"/>
                  </a:cubicBezTo>
                  <a:cubicBezTo>
                    <a:pt x="12" y="18348"/>
                    <a:pt x="12" y="18408"/>
                    <a:pt x="12" y="18479"/>
                  </a:cubicBezTo>
                  <a:cubicBezTo>
                    <a:pt x="12" y="18539"/>
                    <a:pt x="12" y="18598"/>
                    <a:pt x="12" y="18670"/>
                  </a:cubicBezTo>
                  <a:cubicBezTo>
                    <a:pt x="12" y="18729"/>
                    <a:pt x="12" y="18801"/>
                    <a:pt x="12" y="18860"/>
                  </a:cubicBezTo>
                  <a:cubicBezTo>
                    <a:pt x="12" y="18932"/>
                    <a:pt x="12" y="18991"/>
                    <a:pt x="12" y="19063"/>
                  </a:cubicBezTo>
                  <a:cubicBezTo>
                    <a:pt x="12" y="19122"/>
                    <a:pt x="12" y="19182"/>
                    <a:pt x="12" y="19253"/>
                  </a:cubicBezTo>
                  <a:cubicBezTo>
                    <a:pt x="12" y="19313"/>
                    <a:pt x="12" y="19384"/>
                    <a:pt x="12" y="19444"/>
                  </a:cubicBezTo>
                  <a:cubicBezTo>
                    <a:pt x="12" y="19515"/>
                    <a:pt x="12" y="19575"/>
                    <a:pt x="12" y="19646"/>
                  </a:cubicBezTo>
                  <a:cubicBezTo>
                    <a:pt x="12" y="19705"/>
                    <a:pt x="12" y="19765"/>
                    <a:pt x="12" y="19836"/>
                  </a:cubicBezTo>
                  <a:cubicBezTo>
                    <a:pt x="12" y="19896"/>
                    <a:pt x="12" y="19967"/>
                    <a:pt x="12" y="20027"/>
                  </a:cubicBezTo>
                  <a:cubicBezTo>
                    <a:pt x="12" y="20098"/>
                    <a:pt x="12" y="20158"/>
                    <a:pt x="12" y="20229"/>
                  </a:cubicBezTo>
                  <a:cubicBezTo>
                    <a:pt x="12" y="20289"/>
                    <a:pt x="12" y="20348"/>
                    <a:pt x="12" y="20420"/>
                  </a:cubicBezTo>
                  <a:cubicBezTo>
                    <a:pt x="12" y="20479"/>
                    <a:pt x="12" y="20551"/>
                    <a:pt x="12" y="20610"/>
                  </a:cubicBezTo>
                  <a:cubicBezTo>
                    <a:pt x="12" y="20682"/>
                    <a:pt x="12" y="20741"/>
                    <a:pt x="12" y="20813"/>
                  </a:cubicBezTo>
                  <a:cubicBezTo>
                    <a:pt x="12" y="20872"/>
                    <a:pt x="12" y="20932"/>
                    <a:pt x="12" y="21003"/>
                  </a:cubicBezTo>
                  <a:cubicBezTo>
                    <a:pt x="12" y="21063"/>
                    <a:pt x="12" y="21134"/>
                    <a:pt x="12" y="21194"/>
                  </a:cubicBezTo>
                  <a:cubicBezTo>
                    <a:pt x="12" y="21265"/>
                    <a:pt x="12" y="21325"/>
                    <a:pt x="12" y="21396"/>
                  </a:cubicBezTo>
                  <a:cubicBezTo>
                    <a:pt x="12" y="21456"/>
                    <a:pt x="12" y="21515"/>
                    <a:pt x="12" y="21587"/>
                  </a:cubicBezTo>
                  <a:cubicBezTo>
                    <a:pt x="0" y="22515"/>
                    <a:pt x="500" y="23373"/>
                    <a:pt x="1310" y="23837"/>
                  </a:cubicBezTo>
                  <a:lnTo>
                    <a:pt x="36612" y="44208"/>
                  </a:lnTo>
                  <a:cubicBezTo>
                    <a:pt x="37416" y="44679"/>
                    <a:pt x="38315" y="44914"/>
                    <a:pt x="39215" y="44914"/>
                  </a:cubicBezTo>
                  <a:cubicBezTo>
                    <a:pt x="40115" y="44914"/>
                    <a:pt x="41017" y="44679"/>
                    <a:pt x="41827" y="44208"/>
                  </a:cubicBezTo>
                  <a:lnTo>
                    <a:pt x="77129" y="23837"/>
                  </a:lnTo>
                  <a:cubicBezTo>
                    <a:pt x="77939" y="23373"/>
                    <a:pt x="78439" y="22515"/>
                    <a:pt x="78427" y="21587"/>
                  </a:cubicBezTo>
                  <a:lnTo>
                    <a:pt x="78427" y="21384"/>
                  </a:lnTo>
                  <a:lnTo>
                    <a:pt x="78427" y="21194"/>
                  </a:lnTo>
                  <a:lnTo>
                    <a:pt x="78427" y="21003"/>
                  </a:lnTo>
                  <a:lnTo>
                    <a:pt x="78427" y="20801"/>
                  </a:lnTo>
                  <a:lnTo>
                    <a:pt x="78427" y="20610"/>
                  </a:lnTo>
                  <a:lnTo>
                    <a:pt x="78427" y="20420"/>
                  </a:lnTo>
                  <a:lnTo>
                    <a:pt x="78427" y="20217"/>
                  </a:lnTo>
                  <a:lnTo>
                    <a:pt x="78427" y="20027"/>
                  </a:lnTo>
                  <a:lnTo>
                    <a:pt x="78427" y="19836"/>
                  </a:lnTo>
                  <a:lnTo>
                    <a:pt x="78427" y="19634"/>
                  </a:lnTo>
                  <a:lnTo>
                    <a:pt x="78427" y="19444"/>
                  </a:lnTo>
                  <a:lnTo>
                    <a:pt x="78427" y="19253"/>
                  </a:lnTo>
                  <a:lnTo>
                    <a:pt x="78427" y="19051"/>
                  </a:lnTo>
                  <a:lnTo>
                    <a:pt x="78427" y="18860"/>
                  </a:lnTo>
                  <a:lnTo>
                    <a:pt x="78427" y="18670"/>
                  </a:lnTo>
                  <a:lnTo>
                    <a:pt x="78427" y="18467"/>
                  </a:lnTo>
                  <a:lnTo>
                    <a:pt x="78427" y="18277"/>
                  </a:lnTo>
                  <a:lnTo>
                    <a:pt x="78427" y="18086"/>
                  </a:lnTo>
                  <a:lnTo>
                    <a:pt x="78427" y="17884"/>
                  </a:lnTo>
                  <a:lnTo>
                    <a:pt x="78427" y="17693"/>
                  </a:lnTo>
                  <a:lnTo>
                    <a:pt x="78427" y="17503"/>
                  </a:lnTo>
                  <a:lnTo>
                    <a:pt x="78427" y="17300"/>
                  </a:lnTo>
                  <a:lnTo>
                    <a:pt x="78427" y="17110"/>
                  </a:lnTo>
                  <a:lnTo>
                    <a:pt x="78427" y="16919"/>
                  </a:lnTo>
                  <a:lnTo>
                    <a:pt x="78427" y="16717"/>
                  </a:lnTo>
                  <a:lnTo>
                    <a:pt x="78427" y="16527"/>
                  </a:lnTo>
                  <a:lnTo>
                    <a:pt x="78427" y="16336"/>
                  </a:lnTo>
                  <a:lnTo>
                    <a:pt x="78427" y="16146"/>
                  </a:lnTo>
                  <a:lnTo>
                    <a:pt x="78427" y="15943"/>
                  </a:lnTo>
                  <a:lnTo>
                    <a:pt x="78427" y="15753"/>
                  </a:lnTo>
                  <a:lnTo>
                    <a:pt x="78427" y="15562"/>
                  </a:lnTo>
                  <a:lnTo>
                    <a:pt x="78427" y="15360"/>
                  </a:lnTo>
                  <a:lnTo>
                    <a:pt x="78427" y="15169"/>
                  </a:lnTo>
                  <a:lnTo>
                    <a:pt x="78427" y="14979"/>
                  </a:lnTo>
                  <a:lnTo>
                    <a:pt x="78427" y="14776"/>
                  </a:lnTo>
                  <a:lnTo>
                    <a:pt x="78427" y="14586"/>
                  </a:lnTo>
                  <a:lnTo>
                    <a:pt x="78427" y="14395"/>
                  </a:lnTo>
                  <a:lnTo>
                    <a:pt x="78427" y="14193"/>
                  </a:lnTo>
                  <a:lnTo>
                    <a:pt x="78427" y="14002"/>
                  </a:lnTo>
                  <a:lnTo>
                    <a:pt x="78427" y="13812"/>
                  </a:lnTo>
                  <a:lnTo>
                    <a:pt x="78427" y="13609"/>
                  </a:lnTo>
                  <a:lnTo>
                    <a:pt x="78427" y="13419"/>
                  </a:lnTo>
                  <a:lnTo>
                    <a:pt x="78427" y="13228"/>
                  </a:lnTo>
                  <a:lnTo>
                    <a:pt x="78427" y="13026"/>
                  </a:lnTo>
                  <a:lnTo>
                    <a:pt x="78427" y="12836"/>
                  </a:lnTo>
                  <a:lnTo>
                    <a:pt x="78427" y="12645"/>
                  </a:lnTo>
                  <a:lnTo>
                    <a:pt x="78427" y="12443"/>
                  </a:lnTo>
                  <a:lnTo>
                    <a:pt x="78427" y="12252"/>
                  </a:lnTo>
                  <a:lnTo>
                    <a:pt x="78427" y="12062"/>
                  </a:lnTo>
                  <a:lnTo>
                    <a:pt x="78427" y="11859"/>
                  </a:lnTo>
                  <a:lnTo>
                    <a:pt x="78427" y="11669"/>
                  </a:lnTo>
                  <a:lnTo>
                    <a:pt x="78427" y="11478"/>
                  </a:lnTo>
                  <a:lnTo>
                    <a:pt x="78427" y="11276"/>
                  </a:lnTo>
                  <a:lnTo>
                    <a:pt x="78427" y="11085"/>
                  </a:lnTo>
                  <a:lnTo>
                    <a:pt x="78427" y="10895"/>
                  </a:lnTo>
                  <a:lnTo>
                    <a:pt x="78427" y="10692"/>
                  </a:lnTo>
                  <a:lnTo>
                    <a:pt x="78427" y="10502"/>
                  </a:lnTo>
                  <a:lnTo>
                    <a:pt x="78427" y="10311"/>
                  </a:lnTo>
                  <a:lnTo>
                    <a:pt x="78427" y="10109"/>
                  </a:lnTo>
                  <a:lnTo>
                    <a:pt x="78427" y="9919"/>
                  </a:lnTo>
                  <a:lnTo>
                    <a:pt x="78427" y="9728"/>
                  </a:lnTo>
                  <a:lnTo>
                    <a:pt x="78427" y="9526"/>
                  </a:lnTo>
                  <a:lnTo>
                    <a:pt x="78427" y="9335"/>
                  </a:lnTo>
                  <a:lnTo>
                    <a:pt x="78427" y="9145"/>
                  </a:lnTo>
                  <a:lnTo>
                    <a:pt x="78427" y="8942"/>
                  </a:lnTo>
                  <a:lnTo>
                    <a:pt x="78427" y="8752"/>
                  </a:lnTo>
                  <a:lnTo>
                    <a:pt x="78427" y="8561"/>
                  </a:lnTo>
                  <a:lnTo>
                    <a:pt x="78427" y="8359"/>
                  </a:lnTo>
                  <a:lnTo>
                    <a:pt x="78427" y="8168"/>
                  </a:lnTo>
                  <a:lnTo>
                    <a:pt x="78427" y="7978"/>
                  </a:lnTo>
                  <a:lnTo>
                    <a:pt x="78427" y="7775"/>
                  </a:lnTo>
                  <a:lnTo>
                    <a:pt x="78427" y="7585"/>
                  </a:lnTo>
                  <a:lnTo>
                    <a:pt x="78427" y="7394"/>
                  </a:lnTo>
                  <a:lnTo>
                    <a:pt x="78427" y="7192"/>
                  </a:lnTo>
                  <a:lnTo>
                    <a:pt x="78427" y="7002"/>
                  </a:lnTo>
                  <a:lnTo>
                    <a:pt x="78427" y="6811"/>
                  </a:lnTo>
                  <a:lnTo>
                    <a:pt x="78427" y="6609"/>
                  </a:lnTo>
                  <a:lnTo>
                    <a:pt x="78427" y="6418"/>
                  </a:lnTo>
                  <a:lnTo>
                    <a:pt x="78427" y="6228"/>
                  </a:lnTo>
                  <a:lnTo>
                    <a:pt x="78427" y="6025"/>
                  </a:lnTo>
                  <a:lnTo>
                    <a:pt x="78427" y="5835"/>
                  </a:lnTo>
                  <a:lnTo>
                    <a:pt x="78427" y="5644"/>
                  </a:lnTo>
                  <a:lnTo>
                    <a:pt x="78427" y="5442"/>
                  </a:lnTo>
                  <a:lnTo>
                    <a:pt x="78427" y="5251"/>
                  </a:lnTo>
                  <a:lnTo>
                    <a:pt x="78427" y="5061"/>
                  </a:lnTo>
                  <a:lnTo>
                    <a:pt x="78427" y="4858"/>
                  </a:lnTo>
                  <a:lnTo>
                    <a:pt x="78427" y="4668"/>
                  </a:lnTo>
                  <a:lnTo>
                    <a:pt x="78427" y="4477"/>
                  </a:lnTo>
                  <a:lnTo>
                    <a:pt x="78427" y="4275"/>
                  </a:lnTo>
                  <a:lnTo>
                    <a:pt x="78427" y="4085"/>
                  </a:lnTo>
                  <a:lnTo>
                    <a:pt x="78427" y="3894"/>
                  </a:lnTo>
                  <a:lnTo>
                    <a:pt x="78427" y="3692"/>
                  </a:lnTo>
                  <a:lnTo>
                    <a:pt x="78427" y="3501"/>
                  </a:lnTo>
                  <a:lnTo>
                    <a:pt x="78427" y="3311"/>
                  </a:lnTo>
                  <a:lnTo>
                    <a:pt x="78427" y="3108"/>
                  </a:lnTo>
                  <a:lnTo>
                    <a:pt x="78427" y="2918"/>
                  </a:lnTo>
                  <a:lnTo>
                    <a:pt x="78427" y="2727"/>
                  </a:lnTo>
                  <a:lnTo>
                    <a:pt x="78427" y="2525"/>
                  </a:lnTo>
                  <a:lnTo>
                    <a:pt x="78427" y="2334"/>
                  </a:lnTo>
                  <a:lnTo>
                    <a:pt x="78427" y="2144"/>
                  </a:lnTo>
                  <a:lnTo>
                    <a:pt x="78427" y="1941"/>
                  </a:lnTo>
                  <a:lnTo>
                    <a:pt x="78427" y="1751"/>
                  </a:lnTo>
                  <a:lnTo>
                    <a:pt x="78427" y="1560"/>
                  </a:lnTo>
                  <a:lnTo>
                    <a:pt x="78427" y="1358"/>
                  </a:lnTo>
                  <a:lnTo>
                    <a:pt x="78427" y="1167"/>
                  </a:lnTo>
                  <a:lnTo>
                    <a:pt x="78427" y="977"/>
                  </a:lnTo>
                  <a:lnTo>
                    <a:pt x="78427" y="775"/>
                  </a:lnTo>
                  <a:lnTo>
                    <a:pt x="78427" y="584"/>
                  </a:lnTo>
                  <a:lnTo>
                    <a:pt x="78427" y="394"/>
                  </a:lnTo>
                  <a:lnTo>
                    <a:pt x="78427" y="191"/>
                  </a:lnTo>
                  <a:lnTo>
                    <a:pt x="78427" y="1"/>
                  </a:lnTo>
                  <a:lnTo>
                    <a:pt x="78212" y="1"/>
                  </a:lnTo>
                  <a:cubicBezTo>
                    <a:pt x="78224" y="858"/>
                    <a:pt x="77760" y="1644"/>
                    <a:pt x="77022" y="2072"/>
                  </a:cubicBezTo>
                  <a:lnTo>
                    <a:pt x="41720" y="22444"/>
                  </a:lnTo>
                  <a:cubicBezTo>
                    <a:pt x="40946" y="22890"/>
                    <a:pt x="40083" y="23114"/>
                    <a:pt x="39218" y="23114"/>
                  </a:cubicBezTo>
                  <a:cubicBezTo>
                    <a:pt x="38353" y="23114"/>
                    <a:pt x="37487" y="22890"/>
                    <a:pt x="36707" y="22444"/>
                  </a:cubicBezTo>
                  <a:lnTo>
                    <a:pt x="1417" y="2072"/>
                  </a:lnTo>
                  <a:cubicBezTo>
                    <a:pt x="667" y="1644"/>
                    <a:pt x="215" y="858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  <a:alpha val="41520"/>
                  </a:srgbClr>
                </a:gs>
                <a:gs pos="100000">
                  <a:srgbClr val="FFFFFF">
                    <a:alpha val="37254"/>
                    <a:alpha val="4152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5553063" y="1487604"/>
              <a:ext cx="1981525" cy="1164300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rgbClr val="A0FDF1">
                <a:alpha val="41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3"/>
          <p:cNvSpPr/>
          <p:nvPr/>
        </p:nvSpPr>
        <p:spPr>
          <a:xfrm>
            <a:off x="5663900" y="1715825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5801975" y="1438775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6052475" y="1505825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6097900" y="1230450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6332400" y="1327775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6590925" y="1488450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6590925" y="1267775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6825325" y="1438775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6945450" y="1601375"/>
            <a:ext cx="70500" cy="70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7132575" y="16186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7213125" y="1776250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7341050" y="17975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14"/>
          <p:cNvCxnSpPr/>
          <p:nvPr/>
        </p:nvCxnSpPr>
        <p:spPr>
          <a:xfrm>
            <a:off x="4629725" y="1462650"/>
            <a:ext cx="3000" cy="1598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4"/>
          <p:cNvSpPr/>
          <p:nvPr/>
        </p:nvSpPr>
        <p:spPr>
          <a:xfrm>
            <a:off x="2419075" y="1627850"/>
            <a:ext cx="1421206" cy="1264226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8" name="Google Shape;188;p14"/>
          <p:cNvSpPr/>
          <p:nvPr/>
        </p:nvSpPr>
        <p:spPr>
          <a:xfrm flipH="1">
            <a:off x="5331781" y="1627850"/>
            <a:ext cx="1450870" cy="1304704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9" name="Google Shape;189;p14"/>
          <p:cNvSpPr/>
          <p:nvPr/>
        </p:nvSpPr>
        <p:spPr>
          <a:xfrm>
            <a:off x="2418775" y="3231450"/>
            <a:ext cx="1631125" cy="839600"/>
          </a:xfrm>
          <a:custGeom>
            <a:rect b="b" l="l" r="r" t="t"/>
            <a:pathLst>
              <a:path extrusionOk="0" h="33584" w="65245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4"/>
          <p:cNvSpPr/>
          <p:nvPr/>
        </p:nvSpPr>
        <p:spPr>
          <a:xfrm>
            <a:off x="5150525" y="3231450"/>
            <a:ext cx="1619900" cy="839600"/>
          </a:xfrm>
          <a:custGeom>
            <a:rect b="b" l="l" r="r" t="t"/>
            <a:pathLst>
              <a:path extrusionOk="0" h="33584" w="64796">
                <a:moveTo>
                  <a:pt x="0" y="13635"/>
                </a:moveTo>
                <a:lnTo>
                  <a:pt x="30878" y="33584"/>
                </a:lnTo>
                <a:lnTo>
                  <a:pt x="58536" y="33584"/>
                </a:lnTo>
                <a:lnTo>
                  <a:pt x="58818" y="0"/>
                </a:lnTo>
                <a:lnTo>
                  <a:pt x="64796" y="51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4"/>
          <p:cNvCxnSpPr/>
          <p:nvPr/>
        </p:nvCxnSpPr>
        <p:spPr>
          <a:xfrm flipH="1" rot="10800000">
            <a:off x="4380086" y="3097333"/>
            <a:ext cx="1594500" cy="9456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4"/>
          <p:cNvCxnSpPr/>
          <p:nvPr/>
        </p:nvCxnSpPr>
        <p:spPr>
          <a:xfrm>
            <a:off x="3189100" y="3055719"/>
            <a:ext cx="1735800" cy="10146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4"/>
          <p:cNvCxnSpPr/>
          <p:nvPr/>
        </p:nvCxnSpPr>
        <p:spPr>
          <a:xfrm>
            <a:off x="3189100" y="3054989"/>
            <a:ext cx="1735800" cy="1014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4"/>
          <p:cNvCxnSpPr/>
          <p:nvPr/>
        </p:nvCxnSpPr>
        <p:spPr>
          <a:xfrm flipH="1" rot="10800000">
            <a:off x="4422419" y="3069111"/>
            <a:ext cx="1594500" cy="945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4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2419075" y="1627850"/>
            <a:ext cx="1403876" cy="1264226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97" name="Google Shape;197;p14"/>
          <p:cNvGrpSpPr/>
          <p:nvPr/>
        </p:nvGrpSpPr>
        <p:grpSpPr>
          <a:xfrm>
            <a:off x="480188" y="1462650"/>
            <a:ext cx="1872412" cy="941187"/>
            <a:chOff x="480188" y="1462650"/>
            <a:chExt cx="1872412" cy="941187"/>
          </a:xfrm>
        </p:grpSpPr>
        <p:sp>
          <p:nvSpPr>
            <p:cNvPr id="198" name="Google Shape;198;p14"/>
            <p:cNvSpPr txBox="1"/>
            <p:nvPr/>
          </p:nvSpPr>
          <p:spPr>
            <a:xfrm>
              <a:off x="480300" y="1794237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480188" y="14626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MongoDB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00" name="Google Shape;200;p14"/>
          <p:cNvSpPr/>
          <p:nvPr/>
        </p:nvSpPr>
        <p:spPr>
          <a:xfrm flipH="1">
            <a:off x="5308050" y="1627850"/>
            <a:ext cx="1474601" cy="1310837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201" name="Google Shape;201;p14"/>
          <p:cNvGrpSpPr/>
          <p:nvPr/>
        </p:nvGrpSpPr>
        <p:grpSpPr>
          <a:xfrm>
            <a:off x="6791300" y="1460875"/>
            <a:ext cx="1872411" cy="941000"/>
            <a:chOff x="6791300" y="1460875"/>
            <a:chExt cx="1872411" cy="941000"/>
          </a:xfrm>
        </p:grpSpPr>
        <p:sp>
          <p:nvSpPr>
            <p:cNvPr id="202" name="Google Shape;202;p14"/>
            <p:cNvSpPr txBox="1"/>
            <p:nvPr/>
          </p:nvSpPr>
          <p:spPr>
            <a:xfrm flipH="1">
              <a:off x="6791300" y="1792275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" name="Google Shape;203;p14"/>
            <p:cNvSpPr txBox="1"/>
            <p:nvPr/>
          </p:nvSpPr>
          <p:spPr>
            <a:xfrm flipH="1">
              <a:off x="6791411" y="1460875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Neo4j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04" name="Google Shape;204;p14"/>
          <p:cNvGrpSpPr/>
          <p:nvPr/>
        </p:nvGrpSpPr>
        <p:grpSpPr>
          <a:xfrm>
            <a:off x="5083909" y="2059788"/>
            <a:ext cx="1165988" cy="1568666"/>
            <a:chOff x="3478424" y="1308364"/>
            <a:chExt cx="2187185" cy="2942536"/>
          </a:xfrm>
        </p:grpSpPr>
        <p:sp>
          <p:nvSpPr>
            <p:cNvPr id="205" name="Google Shape;205;p14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" name="Google Shape;248;p14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249" name="Google Shape;249;p14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4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1" name="Google Shape;251;p14"/>
          <p:cNvGrpSpPr/>
          <p:nvPr/>
        </p:nvGrpSpPr>
        <p:grpSpPr>
          <a:xfrm>
            <a:off x="2926243" y="2030519"/>
            <a:ext cx="1165988" cy="1568666"/>
            <a:chOff x="3478424" y="1308364"/>
            <a:chExt cx="2187185" cy="2942536"/>
          </a:xfrm>
        </p:grpSpPr>
        <p:sp>
          <p:nvSpPr>
            <p:cNvPr id="252" name="Google Shape;252;p14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5" name="Google Shape;295;p14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296" name="Google Shape;296;p14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4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8" name="Google Shape;298;p14"/>
          <p:cNvGrpSpPr/>
          <p:nvPr/>
        </p:nvGrpSpPr>
        <p:grpSpPr>
          <a:xfrm>
            <a:off x="480188" y="3069100"/>
            <a:ext cx="1872600" cy="941000"/>
            <a:chOff x="480188" y="3069100"/>
            <a:chExt cx="1872600" cy="941000"/>
          </a:xfrm>
        </p:grpSpPr>
        <p:sp>
          <p:nvSpPr>
            <p:cNvPr id="299" name="Google Shape;299;p14"/>
            <p:cNvSpPr txBox="1"/>
            <p:nvPr/>
          </p:nvSpPr>
          <p:spPr>
            <a:xfrm>
              <a:off x="480200" y="3400500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14"/>
            <p:cNvSpPr txBox="1"/>
            <p:nvPr/>
          </p:nvSpPr>
          <p:spPr>
            <a:xfrm>
              <a:off x="480188" y="3069100"/>
              <a:ext cx="18726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Axios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01" name="Google Shape;301;p14"/>
          <p:cNvSpPr/>
          <p:nvPr/>
        </p:nvSpPr>
        <p:spPr>
          <a:xfrm>
            <a:off x="2418775" y="3231450"/>
            <a:ext cx="1631125" cy="839600"/>
          </a:xfrm>
          <a:custGeom>
            <a:rect b="b" l="l" r="r" t="t"/>
            <a:pathLst>
              <a:path extrusionOk="0" h="33584" w="65245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302" name="Google Shape;302;p14"/>
          <p:cNvGrpSpPr/>
          <p:nvPr/>
        </p:nvGrpSpPr>
        <p:grpSpPr>
          <a:xfrm>
            <a:off x="6791400" y="3069100"/>
            <a:ext cx="1872411" cy="941008"/>
            <a:chOff x="6791400" y="3069100"/>
            <a:chExt cx="1872411" cy="941008"/>
          </a:xfrm>
        </p:grpSpPr>
        <p:sp>
          <p:nvSpPr>
            <p:cNvPr id="303" name="Google Shape;303;p14"/>
            <p:cNvSpPr txBox="1"/>
            <p:nvPr/>
          </p:nvSpPr>
          <p:spPr>
            <a:xfrm flipH="1">
              <a:off x="6791400" y="3400508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14"/>
            <p:cNvSpPr txBox="1"/>
            <p:nvPr/>
          </p:nvSpPr>
          <p:spPr>
            <a:xfrm flipH="1">
              <a:off x="6791511" y="306910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Express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05" name="Google Shape;305;p14"/>
          <p:cNvSpPr/>
          <p:nvPr/>
        </p:nvSpPr>
        <p:spPr>
          <a:xfrm>
            <a:off x="5160025" y="3231450"/>
            <a:ext cx="1610400" cy="839600"/>
          </a:xfrm>
          <a:custGeom>
            <a:rect b="b" l="l" r="r" t="t"/>
            <a:pathLst>
              <a:path extrusionOk="0" h="33584" w="64416">
                <a:moveTo>
                  <a:pt x="0" y="13825"/>
                </a:moveTo>
                <a:lnTo>
                  <a:pt x="30498" y="33584"/>
                </a:lnTo>
                <a:lnTo>
                  <a:pt x="58156" y="33584"/>
                </a:lnTo>
                <a:lnTo>
                  <a:pt x="58438" y="0"/>
                </a:lnTo>
                <a:lnTo>
                  <a:pt x="64416" y="51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06" name="Google Shape;306;p14"/>
          <p:cNvCxnSpPr/>
          <p:nvPr/>
        </p:nvCxnSpPr>
        <p:spPr>
          <a:xfrm flipH="1" rot="10800000">
            <a:off x="4629725" y="1471950"/>
            <a:ext cx="3000" cy="1564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7" name="Google Shape;307;p14"/>
          <p:cNvGrpSpPr/>
          <p:nvPr/>
        </p:nvGrpSpPr>
        <p:grpSpPr>
          <a:xfrm>
            <a:off x="4046765" y="2683491"/>
            <a:ext cx="1165988" cy="1568666"/>
            <a:chOff x="3478424" y="1308364"/>
            <a:chExt cx="2187185" cy="2942536"/>
          </a:xfrm>
        </p:grpSpPr>
        <p:sp>
          <p:nvSpPr>
            <p:cNvPr id="308" name="Google Shape;308;p14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1" name="Google Shape;351;p14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352" name="Google Shape;352;p14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4" name="Google Shape;354;p14"/>
          <p:cNvSpPr txBox="1"/>
          <p:nvPr/>
        </p:nvSpPr>
        <p:spPr>
          <a:xfrm>
            <a:off x="4020425" y="1010250"/>
            <a:ext cx="12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Main Server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/>
          <p:nvPr/>
        </p:nvSpPr>
        <p:spPr>
          <a:xfrm>
            <a:off x="2493100" y="1257950"/>
            <a:ext cx="1508183" cy="2102117"/>
          </a:xfrm>
          <a:custGeom>
            <a:rect b="b" l="l" r="r" t="t"/>
            <a:pathLst>
              <a:path extrusionOk="0" h="120224" w="60075">
                <a:moveTo>
                  <a:pt x="0" y="20512"/>
                </a:moveTo>
                <a:lnTo>
                  <a:pt x="31461" y="0"/>
                </a:lnTo>
                <a:lnTo>
                  <a:pt x="60075" y="0"/>
                </a:lnTo>
                <a:lnTo>
                  <a:pt x="60075" y="120224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60" name="Google Shape;360;p15"/>
          <p:cNvCxnSpPr/>
          <p:nvPr/>
        </p:nvCxnSpPr>
        <p:spPr>
          <a:xfrm rot="10800000">
            <a:off x="4001343" y="1442212"/>
            <a:ext cx="5133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15"/>
          <p:cNvCxnSpPr/>
          <p:nvPr/>
        </p:nvCxnSpPr>
        <p:spPr>
          <a:xfrm rot="10800000">
            <a:off x="4001343" y="2356864"/>
            <a:ext cx="5133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15"/>
          <p:cNvCxnSpPr/>
          <p:nvPr/>
        </p:nvCxnSpPr>
        <p:spPr>
          <a:xfrm rot="10800000">
            <a:off x="4001343" y="3320327"/>
            <a:ext cx="5133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15"/>
          <p:cNvSpPr/>
          <p:nvPr/>
        </p:nvSpPr>
        <p:spPr>
          <a:xfrm>
            <a:off x="2493100" y="1257950"/>
            <a:ext cx="1508183" cy="2078372"/>
          </a:xfrm>
          <a:custGeom>
            <a:rect b="b" l="l" r="r" t="t"/>
            <a:pathLst>
              <a:path extrusionOk="0" h="120224" w="60075">
                <a:moveTo>
                  <a:pt x="0" y="20512"/>
                </a:moveTo>
                <a:lnTo>
                  <a:pt x="31461" y="0"/>
                </a:lnTo>
                <a:lnTo>
                  <a:pt x="60075" y="0"/>
                </a:lnTo>
                <a:lnTo>
                  <a:pt x="60075" y="120224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64" name="Google Shape;364;p15"/>
          <p:cNvCxnSpPr/>
          <p:nvPr/>
        </p:nvCxnSpPr>
        <p:spPr>
          <a:xfrm rot="10800000">
            <a:off x="4001343" y="1442212"/>
            <a:ext cx="513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15"/>
          <p:cNvCxnSpPr/>
          <p:nvPr/>
        </p:nvCxnSpPr>
        <p:spPr>
          <a:xfrm rot="10800000">
            <a:off x="4001343" y="2356864"/>
            <a:ext cx="513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15"/>
          <p:cNvCxnSpPr/>
          <p:nvPr/>
        </p:nvCxnSpPr>
        <p:spPr>
          <a:xfrm rot="10800000">
            <a:off x="4001343" y="3320327"/>
            <a:ext cx="513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15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 Server</a:t>
            </a:r>
            <a:endParaRPr/>
          </a:p>
        </p:txBody>
      </p:sp>
      <p:grpSp>
        <p:nvGrpSpPr>
          <p:cNvPr id="368" name="Google Shape;368;p15"/>
          <p:cNvGrpSpPr/>
          <p:nvPr/>
        </p:nvGrpSpPr>
        <p:grpSpPr>
          <a:xfrm>
            <a:off x="872982" y="1250203"/>
            <a:ext cx="2430606" cy="3122348"/>
            <a:chOff x="2616388" y="1504175"/>
            <a:chExt cx="2082425" cy="2675075"/>
          </a:xfrm>
        </p:grpSpPr>
        <p:sp>
          <p:nvSpPr>
            <p:cNvPr id="369" name="Google Shape;369;p15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15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373" name="Google Shape;373;p15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5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5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5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5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5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5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5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5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5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5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5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5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5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5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5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5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5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5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5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5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5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5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5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5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5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5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5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5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5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5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5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5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5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5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5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5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5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5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5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5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5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5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5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5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5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5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5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5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9" name="Google Shape;429;p15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15"/>
          <p:cNvGrpSpPr/>
          <p:nvPr/>
        </p:nvGrpSpPr>
        <p:grpSpPr>
          <a:xfrm>
            <a:off x="4514643" y="2096271"/>
            <a:ext cx="3756392" cy="581400"/>
            <a:chOff x="4514643" y="2096271"/>
            <a:chExt cx="3756392" cy="581400"/>
          </a:xfrm>
        </p:grpSpPr>
        <p:sp>
          <p:nvSpPr>
            <p:cNvPr id="437" name="Google Shape;437;p15"/>
            <p:cNvSpPr/>
            <p:nvPr/>
          </p:nvSpPr>
          <p:spPr>
            <a:xfrm>
              <a:off x="4514643" y="2096271"/>
              <a:ext cx="581400" cy="58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5"/>
            <p:cNvSpPr txBox="1"/>
            <p:nvPr/>
          </p:nvSpPr>
          <p:spPr>
            <a:xfrm flipH="1">
              <a:off x="5278235" y="2260234"/>
              <a:ext cx="29928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Inoltra le richieste dell’utente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39" name="Google Shape;439;p15"/>
          <p:cNvGrpSpPr/>
          <p:nvPr/>
        </p:nvGrpSpPr>
        <p:grpSpPr>
          <a:xfrm>
            <a:off x="4514643" y="3041029"/>
            <a:ext cx="3756392" cy="581400"/>
            <a:chOff x="4514643" y="3041029"/>
            <a:chExt cx="3756392" cy="581400"/>
          </a:xfrm>
        </p:grpSpPr>
        <p:sp>
          <p:nvSpPr>
            <p:cNvPr id="440" name="Google Shape;440;p15"/>
            <p:cNvSpPr/>
            <p:nvPr/>
          </p:nvSpPr>
          <p:spPr>
            <a:xfrm>
              <a:off x="4514643" y="3041029"/>
              <a:ext cx="581400" cy="58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5"/>
            <p:cNvSpPr txBox="1"/>
            <p:nvPr/>
          </p:nvSpPr>
          <p:spPr>
            <a:xfrm flipH="1">
              <a:off x="5278235" y="3204980"/>
              <a:ext cx="29928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Visualizza i risultati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42" name="Google Shape;442;p15"/>
          <p:cNvGrpSpPr/>
          <p:nvPr/>
        </p:nvGrpSpPr>
        <p:grpSpPr>
          <a:xfrm>
            <a:off x="4514643" y="1151512"/>
            <a:ext cx="3756117" cy="581400"/>
            <a:chOff x="4514643" y="1151512"/>
            <a:chExt cx="3756117" cy="581400"/>
          </a:xfrm>
        </p:grpSpPr>
        <p:sp>
          <p:nvSpPr>
            <p:cNvPr id="443" name="Google Shape;443;p15"/>
            <p:cNvSpPr/>
            <p:nvPr/>
          </p:nvSpPr>
          <p:spPr>
            <a:xfrm>
              <a:off x="4514643" y="1151512"/>
              <a:ext cx="581400" cy="58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5"/>
            <p:cNvSpPr txBox="1"/>
            <p:nvPr/>
          </p:nvSpPr>
          <p:spPr>
            <a:xfrm flipH="1">
              <a:off x="5277960" y="1315463"/>
              <a:ext cx="29928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Si interfaccia con l’utente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45" name="Google Shape;445;p15"/>
          <p:cNvGrpSpPr/>
          <p:nvPr/>
        </p:nvGrpSpPr>
        <p:grpSpPr>
          <a:xfrm>
            <a:off x="4635069" y="2217319"/>
            <a:ext cx="340573" cy="339271"/>
            <a:chOff x="5073109" y="3150705"/>
            <a:chExt cx="340573" cy="339271"/>
          </a:xfrm>
        </p:grpSpPr>
        <p:sp>
          <p:nvSpPr>
            <p:cNvPr id="446" name="Google Shape;446;p15"/>
            <p:cNvSpPr/>
            <p:nvPr/>
          </p:nvSpPr>
          <p:spPr>
            <a:xfrm>
              <a:off x="5073161" y="3210325"/>
              <a:ext cx="340520" cy="279651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5073109" y="3368712"/>
              <a:ext cx="101144" cy="61662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5206412" y="3150705"/>
              <a:ext cx="207269" cy="139165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49" name="Google Shape;449;p15"/>
          <p:cNvGrpSpPr/>
          <p:nvPr/>
        </p:nvGrpSpPr>
        <p:grpSpPr>
          <a:xfrm>
            <a:off x="4666195" y="1272586"/>
            <a:ext cx="278296" cy="339253"/>
            <a:chOff x="5110273" y="1253332"/>
            <a:chExt cx="278296" cy="339253"/>
          </a:xfrm>
        </p:grpSpPr>
        <p:sp>
          <p:nvSpPr>
            <p:cNvPr id="450" name="Google Shape;450;p15"/>
            <p:cNvSpPr/>
            <p:nvPr/>
          </p:nvSpPr>
          <p:spPr>
            <a:xfrm>
              <a:off x="5110273" y="1532297"/>
              <a:ext cx="52491" cy="39764"/>
            </a:xfrm>
            <a:custGeom>
              <a:rect b="b" l="l" r="r" t="t"/>
              <a:pathLst>
                <a:path extrusionOk="0" h="2259" w="2982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5110273" y="1312952"/>
              <a:ext cx="198785" cy="199489"/>
            </a:xfrm>
            <a:custGeom>
              <a:rect b="b" l="l" r="r" t="t"/>
              <a:pathLst>
                <a:path extrusionOk="0" h="11333" w="11293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5110273" y="1253332"/>
              <a:ext cx="198785" cy="39764"/>
            </a:xfrm>
            <a:custGeom>
              <a:rect b="b" l="l" r="r" t="t"/>
              <a:pathLst>
                <a:path extrusionOk="0" h="2259" w="11293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5169910" y="1353402"/>
              <a:ext cx="218658" cy="239183"/>
            </a:xfrm>
            <a:custGeom>
              <a:rect b="b" l="l" r="r" t="t"/>
              <a:pathLst>
                <a:path extrusionOk="0" h="13588" w="12422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54" name="Google Shape;454;p15"/>
          <p:cNvGrpSpPr/>
          <p:nvPr/>
        </p:nvGrpSpPr>
        <p:grpSpPr>
          <a:xfrm>
            <a:off x="4652663" y="3162420"/>
            <a:ext cx="305386" cy="338602"/>
            <a:chOff x="5096732" y="2187564"/>
            <a:chExt cx="305386" cy="338602"/>
          </a:xfrm>
        </p:grpSpPr>
        <p:sp>
          <p:nvSpPr>
            <p:cNvPr id="455" name="Google Shape;455;p15"/>
            <p:cNvSpPr/>
            <p:nvPr/>
          </p:nvSpPr>
          <p:spPr>
            <a:xfrm>
              <a:off x="5315391" y="2247184"/>
              <a:ext cx="39764" cy="19891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5214564" y="2187564"/>
              <a:ext cx="32670" cy="39764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5284164" y="2187564"/>
              <a:ext cx="32670" cy="39764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5176243" y="2247184"/>
              <a:ext cx="39782" cy="19891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5096732" y="2347254"/>
              <a:ext cx="59655" cy="178912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5176243" y="2247870"/>
              <a:ext cx="225875" cy="278296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"/>
          <p:cNvSpPr txBox="1"/>
          <p:nvPr>
            <p:ph type="title"/>
          </p:nvPr>
        </p:nvSpPr>
        <p:spPr>
          <a:xfrm>
            <a:off x="514800" y="2900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MongoDB server</a:t>
            </a:r>
            <a:endParaRPr/>
          </a:p>
        </p:txBody>
      </p:sp>
      <p:grpSp>
        <p:nvGrpSpPr>
          <p:cNvPr id="466" name="Google Shape;466;p16"/>
          <p:cNvGrpSpPr/>
          <p:nvPr/>
        </p:nvGrpSpPr>
        <p:grpSpPr>
          <a:xfrm>
            <a:off x="831563" y="2244612"/>
            <a:ext cx="4065013" cy="2232288"/>
            <a:chOff x="831563" y="2244612"/>
            <a:chExt cx="4065013" cy="2232288"/>
          </a:xfrm>
        </p:grpSpPr>
        <p:grpSp>
          <p:nvGrpSpPr>
            <p:cNvPr id="467" name="Google Shape;467;p16"/>
            <p:cNvGrpSpPr/>
            <p:nvPr/>
          </p:nvGrpSpPr>
          <p:grpSpPr>
            <a:xfrm>
              <a:off x="1919100" y="3439750"/>
              <a:ext cx="2977475" cy="1037150"/>
              <a:chOff x="1919100" y="3439750"/>
              <a:chExt cx="2977475" cy="1037150"/>
            </a:xfrm>
          </p:grpSpPr>
          <p:sp>
            <p:nvSpPr>
              <p:cNvPr id="468" name="Google Shape;468;p16"/>
              <p:cNvSpPr/>
              <p:nvPr/>
            </p:nvSpPr>
            <p:spPr>
              <a:xfrm>
                <a:off x="1919100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9" name="Google Shape;469;p16"/>
              <p:cNvSpPr/>
              <p:nvPr/>
            </p:nvSpPr>
            <p:spPr>
              <a:xfrm>
                <a:off x="1919100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470" name="Google Shape;470;p16"/>
            <p:cNvGrpSpPr/>
            <p:nvPr/>
          </p:nvGrpSpPr>
          <p:grpSpPr>
            <a:xfrm>
              <a:off x="831563" y="2244612"/>
              <a:ext cx="2180400" cy="1209249"/>
              <a:chOff x="831563" y="2244612"/>
              <a:chExt cx="2180400" cy="1209249"/>
            </a:xfrm>
          </p:grpSpPr>
          <p:sp>
            <p:nvSpPr>
              <p:cNvPr id="471" name="Google Shape;471;p16"/>
              <p:cNvSpPr txBox="1"/>
              <p:nvPr/>
            </p:nvSpPr>
            <p:spPr>
              <a:xfrm>
                <a:off x="831563" y="2244612"/>
                <a:ext cx="2180400" cy="27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Dati statici</a:t>
                </a:r>
                <a:endParaRPr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72" name="Google Shape;472;p16"/>
              <p:cNvSpPr txBox="1"/>
              <p:nvPr/>
            </p:nvSpPr>
            <p:spPr>
              <a:xfrm>
                <a:off x="831563" y="2524161"/>
                <a:ext cx="2180400" cy="9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 dati che non necessitano di aggiornamenti o avvengono raramente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473" name="Google Shape;473;p16"/>
          <p:cNvGrpSpPr/>
          <p:nvPr/>
        </p:nvGrpSpPr>
        <p:grpSpPr>
          <a:xfrm>
            <a:off x="4241764" y="2244612"/>
            <a:ext cx="4062826" cy="2232288"/>
            <a:chOff x="4241764" y="2244612"/>
            <a:chExt cx="4062826" cy="2232288"/>
          </a:xfrm>
        </p:grpSpPr>
        <p:grpSp>
          <p:nvGrpSpPr>
            <p:cNvPr id="474" name="Google Shape;474;p16"/>
            <p:cNvGrpSpPr/>
            <p:nvPr/>
          </p:nvGrpSpPr>
          <p:grpSpPr>
            <a:xfrm>
              <a:off x="4241764" y="3439750"/>
              <a:ext cx="2977475" cy="1037150"/>
              <a:chOff x="4241764" y="3439750"/>
              <a:chExt cx="2977475" cy="1037150"/>
            </a:xfrm>
          </p:grpSpPr>
          <p:sp>
            <p:nvSpPr>
              <p:cNvPr id="475" name="Google Shape;475;p16"/>
              <p:cNvSpPr/>
              <p:nvPr/>
            </p:nvSpPr>
            <p:spPr>
              <a:xfrm flipH="1">
                <a:off x="4241764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6" name="Google Shape;476;p16"/>
              <p:cNvSpPr/>
              <p:nvPr/>
            </p:nvSpPr>
            <p:spPr>
              <a:xfrm flipH="1">
                <a:off x="4241764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477" name="Google Shape;477;p16"/>
            <p:cNvGrpSpPr/>
            <p:nvPr/>
          </p:nvGrpSpPr>
          <p:grpSpPr>
            <a:xfrm>
              <a:off x="6124187" y="2244612"/>
              <a:ext cx="2180402" cy="1209249"/>
              <a:chOff x="6124187" y="2244612"/>
              <a:chExt cx="2180402" cy="1209249"/>
            </a:xfrm>
          </p:grpSpPr>
          <p:sp>
            <p:nvSpPr>
              <p:cNvPr id="478" name="Google Shape;478;p16"/>
              <p:cNvSpPr txBox="1"/>
              <p:nvPr/>
            </p:nvSpPr>
            <p:spPr>
              <a:xfrm>
                <a:off x="6124187" y="2244612"/>
                <a:ext cx="2180400" cy="27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Pattern</a:t>
                </a:r>
                <a:endParaRPr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79" name="Google Shape;479;p16"/>
              <p:cNvSpPr txBox="1"/>
              <p:nvPr/>
            </p:nvSpPr>
            <p:spPr>
              <a:xfrm>
                <a:off x="6124189" y="2524161"/>
                <a:ext cx="2180400" cy="9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Il server segue la struttura del Model-View-Controller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480" name="Google Shape;480;p16"/>
          <p:cNvGrpSpPr/>
          <p:nvPr/>
        </p:nvGrpSpPr>
        <p:grpSpPr>
          <a:xfrm>
            <a:off x="3478424" y="1308364"/>
            <a:ext cx="2187185" cy="2942536"/>
            <a:chOff x="3478424" y="1308364"/>
            <a:chExt cx="2187185" cy="2942536"/>
          </a:xfrm>
        </p:grpSpPr>
        <p:sp>
          <p:nvSpPr>
            <p:cNvPr id="481" name="Google Shape;481;p16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4" name="Google Shape;524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525" name="Google Shape;525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7" name="Google Shape;527;p16"/>
          <p:cNvSpPr/>
          <p:nvPr/>
        </p:nvSpPr>
        <p:spPr>
          <a:xfrm>
            <a:off x="1634018" y="1524837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6928593" y="1524837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9" name="Google Shape;529;p16"/>
          <p:cNvGrpSpPr/>
          <p:nvPr/>
        </p:nvGrpSpPr>
        <p:grpSpPr>
          <a:xfrm>
            <a:off x="1748842" y="1632797"/>
            <a:ext cx="359972" cy="365467"/>
            <a:chOff x="-59400775" y="4084200"/>
            <a:chExt cx="311125" cy="315875"/>
          </a:xfrm>
        </p:grpSpPr>
        <p:sp>
          <p:nvSpPr>
            <p:cNvPr id="530" name="Google Shape;530;p16"/>
            <p:cNvSpPr/>
            <p:nvPr/>
          </p:nvSpPr>
          <p:spPr>
            <a:xfrm>
              <a:off x="-5940077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-59400000" y="4084200"/>
              <a:ext cx="89825" cy="212700"/>
            </a:xfrm>
            <a:custGeom>
              <a:rect b="b" l="l" r="r" t="t"/>
              <a:pathLst>
                <a:path extrusionOk="0" h="8508" w="3593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-59290500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-5929050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-5918102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-5917945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16"/>
          <p:cNvGrpSpPr/>
          <p:nvPr/>
        </p:nvGrpSpPr>
        <p:grpSpPr>
          <a:xfrm>
            <a:off x="7035206" y="1632349"/>
            <a:ext cx="368186" cy="366364"/>
            <a:chOff x="-62151950" y="4111775"/>
            <a:chExt cx="318225" cy="316650"/>
          </a:xfrm>
        </p:grpSpPr>
        <p:sp>
          <p:nvSpPr>
            <p:cNvPr id="537" name="Google Shape;537;p16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7"/>
          <p:cNvSpPr txBox="1"/>
          <p:nvPr>
            <p:ph type="title"/>
          </p:nvPr>
        </p:nvSpPr>
        <p:spPr>
          <a:xfrm>
            <a:off x="514800" y="2900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Neo4j server</a:t>
            </a:r>
            <a:endParaRPr/>
          </a:p>
        </p:txBody>
      </p:sp>
      <p:grpSp>
        <p:nvGrpSpPr>
          <p:cNvPr id="546" name="Google Shape;546;p17"/>
          <p:cNvGrpSpPr/>
          <p:nvPr/>
        </p:nvGrpSpPr>
        <p:grpSpPr>
          <a:xfrm>
            <a:off x="831563" y="2244612"/>
            <a:ext cx="4065013" cy="2232288"/>
            <a:chOff x="831563" y="2244612"/>
            <a:chExt cx="4065013" cy="2232288"/>
          </a:xfrm>
        </p:grpSpPr>
        <p:grpSp>
          <p:nvGrpSpPr>
            <p:cNvPr id="547" name="Google Shape;547;p17"/>
            <p:cNvGrpSpPr/>
            <p:nvPr/>
          </p:nvGrpSpPr>
          <p:grpSpPr>
            <a:xfrm>
              <a:off x="1919100" y="3439750"/>
              <a:ext cx="2977475" cy="1037150"/>
              <a:chOff x="1919100" y="3439750"/>
              <a:chExt cx="2977475" cy="1037150"/>
            </a:xfrm>
          </p:grpSpPr>
          <p:sp>
            <p:nvSpPr>
              <p:cNvPr id="548" name="Google Shape;548;p17"/>
              <p:cNvSpPr/>
              <p:nvPr/>
            </p:nvSpPr>
            <p:spPr>
              <a:xfrm>
                <a:off x="1919100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9" name="Google Shape;549;p17"/>
              <p:cNvSpPr/>
              <p:nvPr/>
            </p:nvSpPr>
            <p:spPr>
              <a:xfrm>
                <a:off x="1919100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550" name="Google Shape;550;p17"/>
            <p:cNvGrpSpPr/>
            <p:nvPr/>
          </p:nvGrpSpPr>
          <p:grpSpPr>
            <a:xfrm>
              <a:off x="831563" y="2244612"/>
              <a:ext cx="2180400" cy="1209249"/>
              <a:chOff x="831563" y="2244612"/>
              <a:chExt cx="2180400" cy="1209249"/>
            </a:xfrm>
          </p:grpSpPr>
          <p:sp>
            <p:nvSpPr>
              <p:cNvPr id="551" name="Google Shape;551;p17"/>
              <p:cNvSpPr txBox="1"/>
              <p:nvPr/>
            </p:nvSpPr>
            <p:spPr>
              <a:xfrm>
                <a:off x="831563" y="2244612"/>
                <a:ext cx="2180400" cy="27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Dati dinamici</a:t>
                </a:r>
                <a:endParaRPr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552" name="Google Shape;552;p17"/>
              <p:cNvSpPr txBox="1"/>
              <p:nvPr/>
            </p:nvSpPr>
            <p:spPr>
              <a:xfrm>
                <a:off x="831563" y="2524161"/>
                <a:ext cx="2180400" cy="9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Dati che vengono aggiornati frequentemente e entità con molte relazioni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53" name="Google Shape;553;p17"/>
          <p:cNvGrpSpPr/>
          <p:nvPr/>
        </p:nvGrpSpPr>
        <p:grpSpPr>
          <a:xfrm>
            <a:off x="4241764" y="2244612"/>
            <a:ext cx="4062826" cy="2232288"/>
            <a:chOff x="4241764" y="2244612"/>
            <a:chExt cx="4062826" cy="2232288"/>
          </a:xfrm>
        </p:grpSpPr>
        <p:grpSp>
          <p:nvGrpSpPr>
            <p:cNvPr id="554" name="Google Shape;554;p17"/>
            <p:cNvGrpSpPr/>
            <p:nvPr/>
          </p:nvGrpSpPr>
          <p:grpSpPr>
            <a:xfrm>
              <a:off x="4241764" y="3439750"/>
              <a:ext cx="2977475" cy="1037150"/>
              <a:chOff x="4241764" y="3439750"/>
              <a:chExt cx="2977475" cy="1037150"/>
            </a:xfrm>
          </p:grpSpPr>
          <p:sp>
            <p:nvSpPr>
              <p:cNvPr id="555" name="Google Shape;555;p17"/>
              <p:cNvSpPr/>
              <p:nvPr/>
            </p:nvSpPr>
            <p:spPr>
              <a:xfrm flipH="1">
                <a:off x="4241764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56" name="Google Shape;556;p17"/>
              <p:cNvSpPr/>
              <p:nvPr/>
            </p:nvSpPr>
            <p:spPr>
              <a:xfrm flipH="1">
                <a:off x="4241764" y="3439750"/>
                <a:ext cx="2977475" cy="1037150"/>
              </a:xfrm>
              <a:custGeom>
                <a:rect b="b" l="l" r="r" t="t"/>
                <a:pathLst>
                  <a:path extrusionOk="0" h="41486" w="119099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557" name="Google Shape;557;p17"/>
            <p:cNvGrpSpPr/>
            <p:nvPr/>
          </p:nvGrpSpPr>
          <p:grpSpPr>
            <a:xfrm>
              <a:off x="6124187" y="2244612"/>
              <a:ext cx="2180402" cy="1209249"/>
              <a:chOff x="6124187" y="2244612"/>
              <a:chExt cx="2180402" cy="1209249"/>
            </a:xfrm>
          </p:grpSpPr>
          <p:sp>
            <p:nvSpPr>
              <p:cNvPr id="558" name="Google Shape;558;p17"/>
              <p:cNvSpPr txBox="1"/>
              <p:nvPr/>
            </p:nvSpPr>
            <p:spPr>
              <a:xfrm>
                <a:off x="6124187" y="2244612"/>
                <a:ext cx="2180400" cy="27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Services</a:t>
                </a:r>
                <a:endParaRPr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559" name="Google Shape;559;p17"/>
              <p:cNvSpPr txBox="1"/>
              <p:nvPr/>
            </p:nvSpPr>
            <p:spPr>
              <a:xfrm>
                <a:off x="6124189" y="2524161"/>
                <a:ext cx="2180400" cy="9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Layer che ci permette di svolgere le query cypher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60" name="Google Shape;560;p17"/>
          <p:cNvGrpSpPr/>
          <p:nvPr/>
        </p:nvGrpSpPr>
        <p:grpSpPr>
          <a:xfrm>
            <a:off x="3478424" y="1308364"/>
            <a:ext cx="2187185" cy="2942536"/>
            <a:chOff x="3478424" y="1308364"/>
            <a:chExt cx="2187185" cy="2942536"/>
          </a:xfrm>
        </p:grpSpPr>
        <p:sp>
          <p:nvSpPr>
            <p:cNvPr id="561" name="Google Shape;561;p17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7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7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4" name="Google Shape;604;p17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605" name="Google Shape;605;p17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7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7" name="Google Shape;607;p17"/>
          <p:cNvSpPr/>
          <p:nvPr/>
        </p:nvSpPr>
        <p:spPr>
          <a:xfrm>
            <a:off x="1634018" y="1524837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6928593" y="1524837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7"/>
          <p:cNvGrpSpPr/>
          <p:nvPr/>
        </p:nvGrpSpPr>
        <p:grpSpPr>
          <a:xfrm>
            <a:off x="1748842" y="1632797"/>
            <a:ext cx="359972" cy="365467"/>
            <a:chOff x="-59400775" y="4084200"/>
            <a:chExt cx="311125" cy="315875"/>
          </a:xfrm>
        </p:grpSpPr>
        <p:sp>
          <p:nvSpPr>
            <p:cNvPr id="610" name="Google Shape;610;p17"/>
            <p:cNvSpPr/>
            <p:nvPr/>
          </p:nvSpPr>
          <p:spPr>
            <a:xfrm>
              <a:off x="-5940077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-59400000" y="4084200"/>
              <a:ext cx="89825" cy="212700"/>
            </a:xfrm>
            <a:custGeom>
              <a:rect b="b" l="l" r="r" t="t"/>
              <a:pathLst>
                <a:path extrusionOk="0" h="8508" w="3593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-59290500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-5929050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-5918102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-5917945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17"/>
          <p:cNvGrpSpPr/>
          <p:nvPr/>
        </p:nvGrpSpPr>
        <p:grpSpPr>
          <a:xfrm>
            <a:off x="7035206" y="1632349"/>
            <a:ext cx="368186" cy="366364"/>
            <a:chOff x="-62151950" y="4111775"/>
            <a:chExt cx="318225" cy="316650"/>
          </a:xfrm>
        </p:grpSpPr>
        <p:sp>
          <p:nvSpPr>
            <p:cNvPr id="617" name="Google Shape;617;p17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Dataset - ldbc</a:t>
            </a:r>
            <a:endParaRPr/>
          </a:p>
        </p:txBody>
      </p:sp>
      <p:sp>
        <p:nvSpPr>
          <p:cNvPr id="626" name="Google Shape;626;p18"/>
          <p:cNvSpPr txBox="1"/>
          <p:nvPr/>
        </p:nvSpPr>
        <p:spPr>
          <a:xfrm>
            <a:off x="777838" y="1955190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Place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777963" y="948456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Organisation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28" name="Google Shape;628;p18"/>
          <p:cNvSpPr txBox="1"/>
          <p:nvPr/>
        </p:nvSpPr>
        <p:spPr>
          <a:xfrm>
            <a:off x="777963" y="2961925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Tag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29" name="Google Shape;629;p18"/>
          <p:cNvSpPr txBox="1"/>
          <p:nvPr/>
        </p:nvSpPr>
        <p:spPr>
          <a:xfrm>
            <a:off x="6475088" y="1955545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Forum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0" name="Google Shape;630;p18"/>
          <p:cNvSpPr txBox="1"/>
          <p:nvPr/>
        </p:nvSpPr>
        <p:spPr>
          <a:xfrm>
            <a:off x="6475088" y="948455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Comment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1" name="Google Shape;631;p18"/>
          <p:cNvSpPr txBox="1"/>
          <p:nvPr/>
        </p:nvSpPr>
        <p:spPr>
          <a:xfrm>
            <a:off x="777963" y="3968113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TagClass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2" name="Google Shape;632;p18"/>
          <p:cNvSpPr txBox="1"/>
          <p:nvPr/>
        </p:nvSpPr>
        <p:spPr>
          <a:xfrm>
            <a:off x="6475088" y="3970200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Post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3" name="Google Shape;633;p18"/>
          <p:cNvSpPr txBox="1"/>
          <p:nvPr/>
        </p:nvSpPr>
        <p:spPr>
          <a:xfrm>
            <a:off x="6475088" y="2962887"/>
            <a:ext cx="1890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Person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34" name="Google Shape;634;p18"/>
          <p:cNvGrpSpPr/>
          <p:nvPr/>
        </p:nvGrpSpPr>
        <p:grpSpPr>
          <a:xfrm>
            <a:off x="2677484" y="1099806"/>
            <a:ext cx="1919241" cy="2997195"/>
            <a:chOff x="2677484" y="1099806"/>
            <a:chExt cx="1919241" cy="2997195"/>
          </a:xfrm>
        </p:grpSpPr>
        <p:cxnSp>
          <p:nvCxnSpPr>
            <p:cNvPr id="635" name="Google Shape;635;p18"/>
            <p:cNvCxnSpPr/>
            <p:nvPr/>
          </p:nvCxnSpPr>
          <p:spPr>
            <a:xfrm rot="1803274">
              <a:off x="2721582" y="2086353"/>
              <a:ext cx="2010285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36" name="Google Shape;636;p18"/>
            <p:cNvGrpSpPr/>
            <p:nvPr/>
          </p:nvGrpSpPr>
          <p:grpSpPr>
            <a:xfrm>
              <a:off x="2677484" y="1099806"/>
              <a:ext cx="219355" cy="2997195"/>
              <a:chOff x="2677445" y="1105654"/>
              <a:chExt cx="219355" cy="3013771"/>
            </a:xfrm>
          </p:grpSpPr>
          <p:cxnSp>
            <p:nvCxnSpPr>
              <p:cNvPr id="637" name="Google Shape;637;p18"/>
              <p:cNvCxnSpPr/>
              <p:nvPr/>
            </p:nvCxnSpPr>
            <p:spPr>
              <a:xfrm rot="10800000">
                <a:off x="2677733" y="31183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" name="Google Shape;638;p18"/>
              <p:cNvCxnSpPr/>
              <p:nvPr/>
            </p:nvCxnSpPr>
            <p:spPr>
              <a:xfrm rot="10800000">
                <a:off x="2858159" y="1105654"/>
                <a:ext cx="0" cy="3007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Google Shape;639;p18"/>
              <p:cNvCxnSpPr/>
              <p:nvPr/>
            </p:nvCxnSpPr>
            <p:spPr>
              <a:xfrm rot="10800000">
                <a:off x="2677800" y="1119750"/>
                <a:ext cx="2190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Google Shape;640;p18"/>
              <p:cNvCxnSpPr/>
              <p:nvPr/>
            </p:nvCxnSpPr>
            <p:spPr>
              <a:xfrm rot="10800000">
                <a:off x="2677800" y="4119425"/>
                <a:ext cx="2184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18"/>
              <p:cNvCxnSpPr/>
              <p:nvPr/>
            </p:nvCxnSpPr>
            <p:spPr>
              <a:xfrm rot="10800000">
                <a:off x="2677733" y="21214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" name="Google Shape;642;p18"/>
              <p:cNvCxnSpPr/>
              <p:nvPr/>
            </p:nvCxnSpPr>
            <p:spPr>
              <a:xfrm rot="10800000">
                <a:off x="2858149" y="1105654"/>
                <a:ext cx="0" cy="3007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" name="Google Shape;643;p18"/>
              <p:cNvCxnSpPr/>
              <p:nvPr/>
            </p:nvCxnSpPr>
            <p:spPr>
              <a:xfrm rot="10800000">
                <a:off x="2677549" y="1119730"/>
                <a:ext cx="180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" name="Google Shape;644;p18"/>
              <p:cNvCxnSpPr/>
              <p:nvPr/>
            </p:nvCxnSpPr>
            <p:spPr>
              <a:xfrm rot="10800000">
                <a:off x="2677675" y="4119425"/>
                <a:ext cx="19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18"/>
              <p:cNvCxnSpPr/>
              <p:nvPr/>
            </p:nvCxnSpPr>
            <p:spPr>
              <a:xfrm rot="10800000">
                <a:off x="2677445" y="2121410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18"/>
              <p:cNvCxnSpPr/>
              <p:nvPr/>
            </p:nvCxnSpPr>
            <p:spPr>
              <a:xfrm rot="10800000">
                <a:off x="2677445" y="3118311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647" name="Google Shape;647;p18"/>
            <p:cNvCxnSpPr/>
            <p:nvPr/>
          </p:nvCxnSpPr>
          <p:spPr>
            <a:xfrm rot="1803087">
              <a:off x="2721640" y="2086198"/>
              <a:ext cx="2009875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8" name="Google Shape;648;p18"/>
          <p:cNvGrpSpPr/>
          <p:nvPr/>
        </p:nvGrpSpPr>
        <p:grpSpPr>
          <a:xfrm>
            <a:off x="5018875" y="1099806"/>
            <a:ext cx="1443491" cy="2997195"/>
            <a:chOff x="5018875" y="1099806"/>
            <a:chExt cx="1443491" cy="2997195"/>
          </a:xfrm>
        </p:grpSpPr>
        <p:cxnSp>
          <p:nvCxnSpPr>
            <p:cNvPr id="649" name="Google Shape;649;p18"/>
            <p:cNvCxnSpPr/>
            <p:nvPr/>
          </p:nvCxnSpPr>
          <p:spPr>
            <a:xfrm rot="1803116">
              <a:off x="4920869" y="3209079"/>
              <a:ext cx="1458111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50" name="Google Shape;650;p18"/>
            <p:cNvGrpSpPr/>
            <p:nvPr/>
          </p:nvGrpSpPr>
          <p:grpSpPr>
            <a:xfrm flipH="1">
              <a:off x="6243012" y="1099806"/>
              <a:ext cx="219355" cy="2997195"/>
              <a:chOff x="2677445" y="1105654"/>
              <a:chExt cx="219355" cy="3013771"/>
            </a:xfrm>
          </p:grpSpPr>
          <p:cxnSp>
            <p:nvCxnSpPr>
              <p:cNvPr id="651" name="Google Shape;651;p18"/>
              <p:cNvCxnSpPr/>
              <p:nvPr/>
            </p:nvCxnSpPr>
            <p:spPr>
              <a:xfrm rot="10800000">
                <a:off x="2677733" y="31183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" name="Google Shape;652;p18"/>
              <p:cNvCxnSpPr/>
              <p:nvPr/>
            </p:nvCxnSpPr>
            <p:spPr>
              <a:xfrm rot="10800000">
                <a:off x="2858159" y="1105654"/>
                <a:ext cx="0" cy="3007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" name="Google Shape;653;p18"/>
              <p:cNvCxnSpPr/>
              <p:nvPr/>
            </p:nvCxnSpPr>
            <p:spPr>
              <a:xfrm rot="10800000">
                <a:off x="2677800" y="1119750"/>
                <a:ext cx="2190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18"/>
              <p:cNvCxnSpPr/>
              <p:nvPr/>
            </p:nvCxnSpPr>
            <p:spPr>
              <a:xfrm rot="10800000">
                <a:off x="2677800" y="4119425"/>
                <a:ext cx="2184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18"/>
              <p:cNvCxnSpPr/>
              <p:nvPr/>
            </p:nvCxnSpPr>
            <p:spPr>
              <a:xfrm rot="10800000">
                <a:off x="2677733" y="21214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18"/>
              <p:cNvCxnSpPr/>
              <p:nvPr/>
            </p:nvCxnSpPr>
            <p:spPr>
              <a:xfrm rot="10800000">
                <a:off x="2858149" y="1105654"/>
                <a:ext cx="0" cy="3007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18"/>
              <p:cNvCxnSpPr/>
              <p:nvPr/>
            </p:nvCxnSpPr>
            <p:spPr>
              <a:xfrm rot="10800000">
                <a:off x="2677549" y="1119730"/>
                <a:ext cx="180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18"/>
              <p:cNvCxnSpPr/>
              <p:nvPr/>
            </p:nvCxnSpPr>
            <p:spPr>
              <a:xfrm rot="10800000">
                <a:off x="2677675" y="4119425"/>
                <a:ext cx="19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" name="Google Shape;659;p18"/>
              <p:cNvCxnSpPr/>
              <p:nvPr/>
            </p:nvCxnSpPr>
            <p:spPr>
              <a:xfrm rot="10800000">
                <a:off x="2677445" y="2121410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" name="Google Shape;660;p18"/>
              <p:cNvCxnSpPr/>
              <p:nvPr/>
            </p:nvCxnSpPr>
            <p:spPr>
              <a:xfrm rot="10800000">
                <a:off x="2677445" y="3118311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661" name="Google Shape;661;p18"/>
            <p:cNvCxnSpPr/>
            <p:nvPr/>
          </p:nvCxnSpPr>
          <p:spPr>
            <a:xfrm rot="1803116">
              <a:off x="4920871" y="3209075"/>
              <a:ext cx="1458111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2" name="Google Shape;662;p18"/>
          <p:cNvGrpSpPr/>
          <p:nvPr/>
        </p:nvGrpSpPr>
        <p:grpSpPr>
          <a:xfrm>
            <a:off x="3669150" y="1529001"/>
            <a:ext cx="1805712" cy="2084909"/>
            <a:chOff x="3669150" y="1828675"/>
            <a:chExt cx="1805712" cy="2084909"/>
          </a:xfrm>
        </p:grpSpPr>
        <p:sp>
          <p:nvSpPr>
            <p:cNvPr id="663" name="Google Shape;663;p18"/>
            <p:cNvSpPr/>
            <p:nvPr/>
          </p:nvSpPr>
          <p:spPr>
            <a:xfrm>
              <a:off x="5038625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5038625" y="3140436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5256944" y="3140436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8"/>
            <p:cNvSpPr/>
            <p:nvPr/>
          </p:nvSpPr>
          <p:spPr>
            <a:xfrm>
              <a:off x="5038625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8"/>
            <p:cNvSpPr/>
            <p:nvPr/>
          </p:nvSpPr>
          <p:spPr>
            <a:xfrm>
              <a:off x="5038625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8"/>
            <p:cNvSpPr/>
            <p:nvPr/>
          </p:nvSpPr>
          <p:spPr>
            <a:xfrm>
              <a:off x="5256944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8"/>
            <p:cNvSpPr/>
            <p:nvPr/>
          </p:nvSpPr>
          <p:spPr>
            <a:xfrm>
              <a:off x="4696378" y="3212020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4696378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4914697" y="3338165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4696378" y="2816977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8"/>
            <p:cNvSpPr/>
            <p:nvPr/>
          </p:nvSpPr>
          <p:spPr>
            <a:xfrm>
              <a:off x="4696378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4914697" y="2942671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8"/>
            <p:cNvSpPr/>
            <p:nvPr/>
          </p:nvSpPr>
          <p:spPr>
            <a:xfrm>
              <a:off x="4354094" y="182867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8"/>
            <p:cNvSpPr/>
            <p:nvPr/>
          </p:nvSpPr>
          <p:spPr>
            <a:xfrm>
              <a:off x="4354094" y="1954406"/>
              <a:ext cx="217950" cy="378067"/>
            </a:xfrm>
            <a:custGeom>
              <a:rect b="b" l="l" r="r" t="t"/>
              <a:pathLst>
                <a:path extrusionOk="0" h="10061" w="580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8"/>
            <p:cNvSpPr/>
            <p:nvPr/>
          </p:nvSpPr>
          <p:spPr>
            <a:xfrm>
              <a:off x="4572000" y="1954406"/>
              <a:ext cx="218363" cy="378067"/>
            </a:xfrm>
            <a:custGeom>
              <a:rect b="b" l="l" r="r" t="t"/>
              <a:pathLst>
                <a:path extrusionOk="0" h="10061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8"/>
            <p:cNvSpPr/>
            <p:nvPr/>
          </p:nvSpPr>
          <p:spPr>
            <a:xfrm>
              <a:off x="4696378" y="2026403"/>
              <a:ext cx="436237" cy="251957"/>
            </a:xfrm>
            <a:custGeom>
              <a:rect b="b" l="l" r="r" t="t"/>
              <a:pathLst>
                <a:path extrusionOk="0" h="6705" w="11609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8"/>
            <p:cNvSpPr/>
            <p:nvPr/>
          </p:nvSpPr>
          <p:spPr>
            <a:xfrm>
              <a:off x="4696378" y="2152134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491424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5038625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5038625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8"/>
            <p:cNvSpPr/>
            <p:nvPr/>
          </p:nvSpPr>
          <p:spPr>
            <a:xfrm>
              <a:off x="5256944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8"/>
            <p:cNvSpPr/>
            <p:nvPr/>
          </p:nvSpPr>
          <p:spPr>
            <a:xfrm>
              <a:off x="4011397" y="2026403"/>
              <a:ext cx="436726" cy="251957"/>
            </a:xfrm>
            <a:custGeom>
              <a:rect b="b" l="l" r="r" t="t"/>
              <a:pathLst>
                <a:path extrusionOk="0" h="6705" w="11622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8"/>
            <p:cNvSpPr/>
            <p:nvPr/>
          </p:nvSpPr>
          <p:spPr>
            <a:xfrm>
              <a:off x="401139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8"/>
            <p:cNvSpPr/>
            <p:nvPr/>
          </p:nvSpPr>
          <p:spPr>
            <a:xfrm>
              <a:off x="4229716" y="2152134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8"/>
            <p:cNvSpPr/>
            <p:nvPr/>
          </p:nvSpPr>
          <p:spPr>
            <a:xfrm>
              <a:off x="4354094" y="2223718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8"/>
            <p:cNvSpPr/>
            <p:nvPr/>
          </p:nvSpPr>
          <p:spPr>
            <a:xfrm>
              <a:off x="4354094" y="2349900"/>
              <a:ext cx="217950" cy="377616"/>
            </a:xfrm>
            <a:custGeom>
              <a:rect b="b" l="l" r="r" t="t"/>
              <a:pathLst>
                <a:path extrusionOk="0" h="10049" w="580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457200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4696378" y="2421483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4696378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8"/>
            <p:cNvSpPr/>
            <p:nvPr/>
          </p:nvSpPr>
          <p:spPr>
            <a:xfrm>
              <a:off x="4914697" y="2547628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8"/>
            <p:cNvSpPr/>
            <p:nvPr/>
          </p:nvSpPr>
          <p:spPr>
            <a:xfrm>
              <a:off x="3669150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8"/>
            <p:cNvSpPr/>
            <p:nvPr/>
          </p:nvSpPr>
          <p:spPr>
            <a:xfrm>
              <a:off x="366915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8"/>
            <p:cNvSpPr/>
            <p:nvPr/>
          </p:nvSpPr>
          <p:spPr>
            <a:xfrm>
              <a:off x="3887469" y="3140436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4011397" y="3212020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8"/>
            <p:cNvSpPr/>
            <p:nvPr/>
          </p:nvSpPr>
          <p:spPr>
            <a:xfrm>
              <a:off x="4011397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8"/>
            <p:cNvSpPr/>
            <p:nvPr/>
          </p:nvSpPr>
          <p:spPr>
            <a:xfrm>
              <a:off x="4229716" y="3338165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>
              <a:off x="4354094" y="3409748"/>
              <a:ext cx="436275" cy="251957"/>
            </a:xfrm>
            <a:custGeom>
              <a:rect b="b" l="l" r="r" t="t"/>
              <a:pathLst>
                <a:path extrusionOk="0" h="6705" w="1161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>
              <a:off x="4354094" y="3535930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4572000" y="3535930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3669150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8"/>
            <p:cNvSpPr/>
            <p:nvPr/>
          </p:nvSpPr>
          <p:spPr>
            <a:xfrm>
              <a:off x="366915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3887469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4011397" y="2816977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4011397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4229716" y="2942671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4354094" y="301470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4354094" y="3140436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457200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4011397" y="2421483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4011397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4229716" y="2547628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4354094" y="2619211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4354094" y="2744943"/>
              <a:ext cx="217950" cy="378105"/>
            </a:xfrm>
            <a:custGeom>
              <a:rect b="b" l="l" r="r" t="t"/>
              <a:pathLst>
                <a:path extrusionOk="0" h="10062" w="580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457200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" name="Google Shape;724;p19"/>
          <p:cNvGrpSpPr/>
          <p:nvPr/>
        </p:nvGrpSpPr>
        <p:grpSpPr>
          <a:xfrm>
            <a:off x="1067171" y="1254725"/>
            <a:ext cx="7313116" cy="827400"/>
            <a:chOff x="1067234" y="1254725"/>
            <a:chExt cx="3315854" cy="827400"/>
          </a:xfrm>
        </p:grpSpPr>
        <p:cxnSp>
          <p:nvCxnSpPr>
            <p:cNvPr id="725" name="Google Shape;725;p19"/>
            <p:cNvCxnSpPr/>
            <p:nvPr/>
          </p:nvCxnSpPr>
          <p:spPr>
            <a:xfrm>
              <a:off x="1308434" y="14271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6" name="Google Shape;726;p19"/>
            <p:cNvSpPr/>
            <p:nvPr/>
          </p:nvSpPr>
          <p:spPr>
            <a:xfrm>
              <a:off x="1542388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1542388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8" name="Google Shape;728;p19"/>
            <p:cNvCxnSpPr/>
            <p:nvPr/>
          </p:nvCxnSpPr>
          <p:spPr>
            <a:xfrm>
              <a:off x="1308753" y="14268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29" name="Google Shape;729;p19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 di lookup</a:t>
            </a:r>
            <a:endParaRPr/>
          </a:p>
        </p:txBody>
      </p:sp>
      <p:sp>
        <p:nvSpPr>
          <p:cNvPr id="730" name="Google Shape;730;p19"/>
          <p:cNvSpPr txBox="1"/>
          <p:nvPr/>
        </p:nvSpPr>
        <p:spPr>
          <a:xfrm>
            <a:off x="2127750" y="1320075"/>
            <a:ext cx="6252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“Trovare il top creator per un dato forum” esclusivamente Neo4j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731" name="Google Shape;731;p19"/>
          <p:cNvGrpSpPr/>
          <p:nvPr/>
        </p:nvGrpSpPr>
        <p:grpSpPr>
          <a:xfrm>
            <a:off x="535372" y="1168141"/>
            <a:ext cx="743643" cy="1000462"/>
            <a:chOff x="3478424" y="1308364"/>
            <a:chExt cx="2187185" cy="2942536"/>
          </a:xfrm>
        </p:grpSpPr>
        <p:sp>
          <p:nvSpPr>
            <p:cNvPr id="732" name="Google Shape;732;p19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9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5" name="Google Shape;775;p19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776" name="Google Shape;776;p19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19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8" name="Google Shape;778;p19"/>
          <p:cNvGrpSpPr/>
          <p:nvPr/>
        </p:nvGrpSpPr>
        <p:grpSpPr>
          <a:xfrm>
            <a:off x="1067171" y="2421175"/>
            <a:ext cx="7313116" cy="827400"/>
            <a:chOff x="1067234" y="2421175"/>
            <a:chExt cx="3315854" cy="827400"/>
          </a:xfrm>
        </p:grpSpPr>
        <p:cxnSp>
          <p:nvCxnSpPr>
            <p:cNvPr id="779" name="Google Shape;779;p19"/>
            <p:cNvCxnSpPr/>
            <p:nvPr/>
          </p:nvCxnSpPr>
          <p:spPr>
            <a:xfrm>
              <a:off x="1308434" y="259362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0" name="Google Shape;780;p19"/>
            <p:cNvSpPr/>
            <p:nvPr/>
          </p:nvSpPr>
          <p:spPr>
            <a:xfrm>
              <a:off x="1542388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9"/>
            <p:cNvSpPr/>
            <p:nvPr/>
          </p:nvSpPr>
          <p:spPr>
            <a:xfrm>
              <a:off x="1542388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2" name="Google Shape;782;p19"/>
            <p:cNvCxnSpPr/>
            <p:nvPr/>
          </p:nvCxnSpPr>
          <p:spPr>
            <a:xfrm>
              <a:off x="1308753" y="259333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3" name="Google Shape;783;p19"/>
          <p:cNvGrpSpPr/>
          <p:nvPr/>
        </p:nvGrpSpPr>
        <p:grpSpPr>
          <a:xfrm>
            <a:off x="1067171" y="3587625"/>
            <a:ext cx="7313116" cy="827400"/>
            <a:chOff x="1067234" y="3587625"/>
            <a:chExt cx="3315854" cy="827400"/>
          </a:xfrm>
        </p:grpSpPr>
        <p:cxnSp>
          <p:nvCxnSpPr>
            <p:cNvPr id="784" name="Google Shape;784;p19"/>
            <p:cNvCxnSpPr/>
            <p:nvPr/>
          </p:nvCxnSpPr>
          <p:spPr>
            <a:xfrm>
              <a:off x="1308434" y="37600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5" name="Google Shape;785;p19"/>
            <p:cNvSpPr/>
            <p:nvPr/>
          </p:nvSpPr>
          <p:spPr>
            <a:xfrm>
              <a:off x="1542388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9"/>
            <p:cNvSpPr/>
            <p:nvPr/>
          </p:nvSpPr>
          <p:spPr>
            <a:xfrm>
              <a:off x="1542388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7" name="Google Shape;787;p19"/>
            <p:cNvCxnSpPr/>
            <p:nvPr/>
          </p:nvCxnSpPr>
          <p:spPr>
            <a:xfrm>
              <a:off x="1308753" y="37597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8" name="Google Shape;788;p19"/>
          <p:cNvSpPr txBox="1"/>
          <p:nvPr/>
        </p:nvSpPr>
        <p:spPr>
          <a:xfrm>
            <a:off x="2127750" y="2486575"/>
            <a:ext cx="6252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“Trovare le trending tagClass di una data nazione” cross-database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89" name="Google Shape;789;p19"/>
          <p:cNvSpPr txBox="1"/>
          <p:nvPr/>
        </p:nvSpPr>
        <p:spPr>
          <a:xfrm>
            <a:off x="2127750" y="3653075"/>
            <a:ext cx="6252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“Trovare i tag più frequenti di una data università” cross-database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790" name="Google Shape;790;p19"/>
          <p:cNvGrpSpPr/>
          <p:nvPr/>
        </p:nvGrpSpPr>
        <p:grpSpPr>
          <a:xfrm>
            <a:off x="535372" y="2334641"/>
            <a:ext cx="743643" cy="1000462"/>
            <a:chOff x="3478424" y="1308364"/>
            <a:chExt cx="2187185" cy="2942536"/>
          </a:xfrm>
        </p:grpSpPr>
        <p:sp>
          <p:nvSpPr>
            <p:cNvPr id="791" name="Google Shape;791;p19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9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9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9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9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9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9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9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9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9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9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9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9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9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9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9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9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9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9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9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9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9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9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9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9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9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9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9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9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9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9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9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9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9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9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9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9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9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9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9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9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9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19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835" name="Google Shape;835;p19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9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37" name="Google Shape;837;p19"/>
          <p:cNvGrpSpPr/>
          <p:nvPr/>
        </p:nvGrpSpPr>
        <p:grpSpPr>
          <a:xfrm>
            <a:off x="535372" y="3526341"/>
            <a:ext cx="743643" cy="1000462"/>
            <a:chOff x="3478424" y="1308364"/>
            <a:chExt cx="2187185" cy="2942536"/>
          </a:xfrm>
        </p:grpSpPr>
        <p:sp>
          <p:nvSpPr>
            <p:cNvPr id="838" name="Google Shape;838;p19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9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9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1" name="Google Shape;881;p19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882" name="Google Shape;882;p19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8" name="Google Shape;888;p20"/>
          <p:cNvGrpSpPr/>
          <p:nvPr/>
        </p:nvGrpSpPr>
        <p:grpSpPr>
          <a:xfrm>
            <a:off x="1067171" y="1254725"/>
            <a:ext cx="7313116" cy="827400"/>
            <a:chOff x="1067234" y="1254725"/>
            <a:chExt cx="3315854" cy="827400"/>
          </a:xfrm>
        </p:grpSpPr>
        <p:cxnSp>
          <p:nvCxnSpPr>
            <p:cNvPr id="889" name="Google Shape;889;p20"/>
            <p:cNvCxnSpPr/>
            <p:nvPr/>
          </p:nvCxnSpPr>
          <p:spPr>
            <a:xfrm>
              <a:off x="1308434" y="14271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0" name="Google Shape;890;p20"/>
            <p:cNvSpPr/>
            <p:nvPr/>
          </p:nvSpPr>
          <p:spPr>
            <a:xfrm>
              <a:off x="1542388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1542388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92" name="Google Shape;892;p20"/>
            <p:cNvCxnSpPr/>
            <p:nvPr/>
          </p:nvCxnSpPr>
          <p:spPr>
            <a:xfrm>
              <a:off x="1308753" y="14268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3" name="Google Shape;893;p20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 analitiche</a:t>
            </a:r>
            <a:endParaRPr/>
          </a:p>
        </p:txBody>
      </p:sp>
      <p:sp>
        <p:nvSpPr>
          <p:cNvPr id="894" name="Google Shape;894;p20"/>
          <p:cNvSpPr txBox="1"/>
          <p:nvPr/>
        </p:nvSpPr>
        <p:spPr>
          <a:xfrm>
            <a:off x="2127750" y="1320075"/>
            <a:ext cx="6252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“Fornire le conoscenze suggerite basandosi sulle conoscenze in comune” solo su Neo4j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895" name="Google Shape;895;p20"/>
          <p:cNvGrpSpPr/>
          <p:nvPr/>
        </p:nvGrpSpPr>
        <p:grpSpPr>
          <a:xfrm>
            <a:off x="535372" y="1168141"/>
            <a:ext cx="743643" cy="1000462"/>
            <a:chOff x="3478424" y="1308364"/>
            <a:chExt cx="2187185" cy="2942536"/>
          </a:xfrm>
        </p:grpSpPr>
        <p:sp>
          <p:nvSpPr>
            <p:cNvPr id="896" name="Google Shape;896;p20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0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0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0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0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0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0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0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0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0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0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0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0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0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0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0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0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0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0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0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9" name="Google Shape;939;p20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940" name="Google Shape;940;p20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20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2" name="Google Shape;942;p20"/>
          <p:cNvGrpSpPr/>
          <p:nvPr/>
        </p:nvGrpSpPr>
        <p:grpSpPr>
          <a:xfrm>
            <a:off x="1067171" y="2421175"/>
            <a:ext cx="7313116" cy="827400"/>
            <a:chOff x="1067234" y="2421175"/>
            <a:chExt cx="3315854" cy="827400"/>
          </a:xfrm>
        </p:grpSpPr>
        <p:cxnSp>
          <p:nvCxnSpPr>
            <p:cNvPr id="943" name="Google Shape;943;p20"/>
            <p:cNvCxnSpPr/>
            <p:nvPr/>
          </p:nvCxnSpPr>
          <p:spPr>
            <a:xfrm>
              <a:off x="1308434" y="259362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44" name="Google Shape;944;p20"/>
            <p:cNvSpPr/>
            <p:nvPr/>
          </p:nvSpPr>
          <p:spPr>
            <a:xfrm>
              <a:off x="1542388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1542388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46" name="Google Shape;946;p20"/>
            <p:cNvCxnSpPr/>
            <p:nvPr/>
          </p:nvCxnSpPr>
          <p:spPr>
            <a:xfrm>
              <a:off x="1308753" y="259333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7" name="Google Shape;947;p20"/>
          <p:cNvGrpSpPr/>
          <p:nvPr/>
        </p:nvGrpSpPr>
        <p:grpSpPr>
          <a:xfrm>
            <a:off x="1067171" y="3587625"/>
            <a:ext cx="7313116" cy="827400"/>
            <a:chOff x="1067234" y="3587625"/>
            <a:chExt cx="3315854" cy="827400"/>
          </a:xfrm>
        </p:grpSpPr>
        <p:cxnSp>
          <p:nvCxnSpPr>
            <p:cNvPr id="948" name="Google Shape;948;p20"/>
            <p:cNvCxnSpPr/>
            <p:nvPr/>
          </p:nvCxnSpPr>
          <p:spPr>
            <a:xfrm>
              <a:off x="1308434" y="37600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49" name="Google Shape;949;p20"/>
            <p:cNvSpPr/>
            <p:nvPr/>
          </p:nvSpPr>
          <p:spPr>
            <a:xfrm>
              <a:off x="1542388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1542388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51" name="Google Shape;951;p20"/>
            <p:cNvCxnSpPr/>
            <p:nvPr/>
          </p:nvCxnSpPr>
          <p:spPr>
            <a:xfrm>
              <a:off x="1308753" y="37597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2" name="Google Shape;952;p20"/>
          <p:cNvSpPr txBox="1"/>
          <p:nvPr/>
        </p:nvSpPr>
        <p:spPr>
          <a:xfrm>
            <a:off x="2127750" y="2486575"/>
            <a:ext cx="6252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“Fornire le conoscenze suggerite basandosi sugli interessi in comune” solo su Neo4j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53" name="Google Shape;953;p20"/>
          <p:cNvSpPr txBox="1"/>
          <p:nvPr/>
        </p:nvSpPr>
        <p:spPr>
          <a:xfrm>
            <a:off x="2127750" y="3653075"/>
            <a:ext cx="6252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“Trovare l’età media di una nazione” cross-database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954" name="Google Shape;954;p20"/>
          <p:cNvGrpSpPr/>
          <p:nvPr/>
        </p:nvGrpSpPr>
        <p:grpSpPr>
          <a:xfrm>
            <a:off x="535372" y="2334641"/>
            <a:ext cx="743643" cy="1000462"/>
            <a:chOff x="3478424" y="1308364"/>
            <a:chExt cx="2187185" cy="2942536"/>
          </a:xfrm>
        </p:grpSpPr>
        <p:sp>
          <p:nvSpPr>
            <p:cNvPr id="955" name="Google Shape;955;p20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0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0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0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0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0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0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0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0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0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0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0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0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0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0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0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0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0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0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0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0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0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0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0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0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0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0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0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0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0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0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0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0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0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0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0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8" name="Google Shape;998;p20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999" name="Google Shape;999;p20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0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01" name="Google Shape;1001;p20"/>
          <p:cNvGrpSpPr/>
          <p:nvPr/>
        </p:nvGrpSpPr>
        <p:grpSpPr>
          <a:xfrm>
            <a:off x="535372" y="3526341"/>
            <a:ext cx="743643" cy="1000462"/>
            <a:chOff x="3478424" y="1308364"/>
            <a:chExt cx="2187185" cy="2942536"/>
          </a:xfrm>
        </p:grpSpPr>
        <p:sp>
          <p:nvSpPr>
            <p:cNvPr id="1002" name="Google Shape;1002;p20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0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0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0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0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0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0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0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0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0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0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0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046" name="Google Shape;1046;p20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0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1"/>
          <p:cNvSpPr txBox="1"/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Grazie per l’attenzione</a:t>
            </a:r>
            <a:endParaRPr/>
          </a:p>
        </p:txBody>
      </p:sp>
      <p:sp>
        <p:nvSpPr>
          <p:cNvPr id="1053" name="Google Shape;1053;p21"/>
          <p:cNvSpPr/>
          <p:nvPr/>
        </p:nvSpPr>
        <p:spPr>
          <a:xfrm>
            <a:off x="6850801" y="2914633"/>
            <a:ext cx="1738986" cy="1021673"/>
          </a:xfrm>
          <a:custGeom>
            <a:rect b="b" l="l" r="r" t="t"/>
            <a:pathLst>
              <a:path extrusionOk="0" h="46572" w="79261">
                <a:moveTo>
                  <a:pt x="39635" y="1"/>
                </a:moveTo>
                <a:cubicBezTo>
                  <a:pt x="38749" y="1"/>
                  <a:pt x="37862" y="230"/>
                  <a:pt x="37065" y="688"/>
                </a:cubicBezTo>
                <a:lnTo>
                  <a:pt x="1679" y="21119"/>
                </a:lnTo>
                <a:cubicBezTo>
                  <a:pt x="1" y="22084"/>
                  <a:pt x="1" y="24489"/>
                  <a:pt x="1679" y="25453"/>
                </a:cubicBezTo>
                <a:lnTo>
                  <a:pt x="37065" y="45884"/>
                </a:lnTo>
                <a:cubicBezTo>
                  <a:pt x="37862" y="46343"/>
                  <a:pt x="38749" y="46572"/>
                  <a:pt x="39635" y="46572"/>
                </a:cubicBezTo>
                <a:cubicBezTo>
                  <a:pt x="40520" y="46572"/>
                  <a:pt x="41405" y="46343"/>
                  <a:pt x="42196" y="45884"/>
                </a:cubicBezTo>
                <a:lnTo>
                  <a:pt x="77594" y="25453"/>
                </a:lnTo>
                <a:cubicBezTo>
                  <a:pt x="79260" y="24489"/>
                  <a:pt x="79260" y="22084"/>
                  <a:pt x="77594" y="21119"/>
                </a:cubicBezTo>
                <a:lnTo>
                  <a:pt x="42196" y="688"/>
                </a:lnTo>
                <a:cubicBezTo>
                  <a:pt x="41405" y="230"/>
                  <a:pt x="40520" y="1"/>
                  <a:pt x="39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4" name="Google Shape;1054;p21"/>
          <p:cNvGrpSpPr/>
          <p:nvPr/>
        </p:nvGrpSpPr>
        <p:grpSpPr>
          <a:xfrm>
            <a:off x="4445259" y="1761916"/>
            <a:ext cx="1801298" cy="2313940"/>
            <a:chOff x="2616388" y="1504175"/>
            <a:chExt cx="2082425" cy="2675075"/>
          </a:xfrm>
        </p:grpSpPr>
        <p:sp>
          <p:nvSpPr>
            <p:cNvPr id="1055" name="Google Shape;1055;p21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1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1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8" name="Google Shape;1058;p21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1059" name="Google Shape;1059;p21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1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1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1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1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1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1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1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1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15" name="Google Shape;1115;p21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2" name="Google Shape;1122;p21"/>
          <p:cNvSpPr/>
          <p:nvPr/>
        </p:nvSpPr>
        <p:spPr>
          <a:xfrm>
            <a:off x="7096363" y="2099322"/>
            <a:ext cx="1236307" cy="1672149"/>
          </a:xfrm>
          <a:custGeom>
            <a:rect b="b" l="l" r="r" t="t"/>
            <a:pathLst>
              <a:path extrusionOk="0" h="71307" w="52721">
                <a:moveTo>
                  <a:pt x="52709" y="0"/>
                </a:moveTo>
                <a:lnTo>
                  <a:pt x="0" y="0"/>
                </a:lnTo>
                <a:lnTo>
                  <a:pt x="0" y="55495"/>
                </a:lnTo>
                <a:cubicBezTo>
                  <a:pt x="0" y="56090"/>
                  <a:pt x="321" y="56650"/>
                  <a:pt x="845" y="56948"/>
                </a:cubicBezTo>
                <a:lnTo>
                  <a:pt x="24646" y="70699"/>
                </a:lnTo>
                <a:cubicBezTo>
                  <a:pt x="25706" y="71306"/>
                  <a:pt x="27027" y="71306"/>
                  <a:pt x="28087" y="70699"/>
                </a:cubicBezTo>
                <a:lnTo>
                  <a:pt x="51876" y="56948"/>
                </a:lnTo>
                <a:cubicBezTo>
                  <a:pt x="52399" y="56650"/>
                  <a:pt x="52721" y="56090"/>
                  <a:pt x="52721" y="55495"/>
                </a:cubicBezTo>
                <a:lnTo>
                  <a:pt x="52721" y="554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1"/>
          <p:cNvSpPr/>
          <p:nvPr/>
        </p:nvSpPr>
        <p:spPr>
          <a:xfrm>
            <a:off x="7089938" y="1728531"/>
            <a:ext cx="1249158" cy="741583"/>
          </a:xfrm>
          <a:custGeom>
            <a:rect b="b" l="l" r="r" t="t"/>
            <a:pathLst>
              <a:path extrusionOk="0" h="31624" w="53269">
                <a:moveTo>
                  <a:pt x="24920" y="31004"/>
                </a:moveTo>
                <a:lnTo>
                  <a:pt x="1119" y="17265"/>
                </a:lnTo>
                <a:cubicBezTo>
                  <a:pt x="0" y="16622"/>
                  <a:pt x="0" y="15002"/>
                  <a:pt x="1119" y="14359"/>
                </a:cubicBezTo>
                <a:lnTo>
                  <a:pt x="24920" y="620"/>
                </a:lnTo>
                <a:cubicBezTo>
                  <a:pt x="25980" y="1"/>
                  <a:pt x="27301" y="1"/>
                  <a:pt x="28361" y="620"/>
                </a:cubicBezTo>
                <a:lnTo>
                  <a:pt x="52150" y="14359"/>
                </a:lnTo>
                <a:cubicBezTo>
                  <a:pt x="53269" y="15002"/>
                  <a:pt x="53269" y="16622"/>
                  <a:pt x="52150" y="17265"/>
                </a:cubicBezTo>
                <a:lnTo>
                  <a:pt x="28361" y="31004"/>
                </a:lnTo>
                <a:cubicBezTo>
                  <a:pt x="27289" y="31624"/>
                  <a:pt x="25980" y="31624"/>
                  <a:pt x="24920" y="310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1"/>
          <p:cNvSpPr/>
          <p:nvPr/>
        </p:nvSpPr>
        <p:spPr>
          <a:xfrm>
            <a:off x="7116460" y="221265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61"/>
                </a:lnTo>
                <a:lnTo>
                  <a:pt x="0" y="1"/>
                </a:lnTo>
                <a:lnTo>
                  <a:pt x="24194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1"/>
          <p:cNvSpPr/>
          <p:nvPr/>
        </p:nvSpPr>
        <p:spPr>
          <a:xfrm>
            <a:off x="7116460" y="2263753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1"/>
          <p:cNvSpPr/>
          <p:nvPr/>
        </p:nvSpPr>
        <p:spPr>
          <a:xfrm>
            <a:off x="7116460" y="2315132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1"/>
          <p:cNvSpPr/>
          <p:nvPr/>
        </p:nvSpPr>
        <p:spPr>
          <a:xfrm>
            <a:off x="7116460" y="2366511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1"/>
          <p:cNvSpPr/>
          <p:nvPr/>
        </p:nvSpPr>
        <p:spPr>
          <a:xfrm>
            <a:off x="7116460" y="2417890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1"/>
          <p:cNvSpPr/>
          <p:nvPr/>
        </p:nvSpPr>
        <p:spPr>
          <a:xfrm>
            <a:off x="7116460" y="2509463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1"/>
          <p:cNvSpPr/>
          <p:nvPr/>
        </p:nvSpPr>
        <p:spPr>
          <a:xfrm>
            <a:off x="7116460" y="2560842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21"/>
          <p:cNvSpPr/>
          <p:nvPr/>
        </p:nvSpPr>
        <p:spPr>
          <a:xfrm>
            <a:off x="7116460" y="2611916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1"/>
          <p:cNvSpPr/>
          <p:nvPr/>
        </p:nvSpPr>
        <p:spPr>
          <a:xfrm>
            <a:off x="7116460" y="266329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1"/>
          <p:cNvSpPr/>
          <p:nvPr/>
        </p:nvSpPr>
        <p:spPr>
          <a:xfrm>
            <a:off x="7116460" y="2714674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1"/>
          <p:cNvSpPr/>
          <p:nvPr/>
        </p:nvSpPr>
        <p:spPr>
          <a:xfrm>
            <a:off x="7116460" y="280624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1"/>
          <p:cNvSpPr/>
          <p:nvPr/>
        </p:nvSpPr>
        <p:spPr>
          <a:xfrm>
            <a:off x="7116460" y="285762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1"/>
          <p:cNvSpPr/>
          <p:nvPr/>
        </p:nvSpPr>
        <p:spPr>
          <a:xfrm>
            <a:off x="7116460" y="2909004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1"/>
          <p:cNvSpPr/>
          <p:nvPr/>
        </p:nvSpPr>
        <p:spPr>
          <a:xfrm>
            <a:off x="7116460" y="2960078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9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1"/>
          <p:cNvSpPr/>
          <p:nvPr/>
        </p:nvSpPr>
        <p:spPr>
          <a:xfrm>
            <a:off x="7116460" y="301145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1"/>
          <p:cNvSpPr/>
          <p:nvPr/>
        </p:nvSpPr>
        <p:spPr>
          <a:xfrm>
            <a:off x="7116460" y="3103029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1"/>
          <p:cNvSpPr/>
          <p:nvPr/>
        </p:nvSpPr>
        <p:spPr>
          <a:xfrm>
            <a:off x="7116460" y="3154408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1"/>
          <p:cNvSpPr/>
          <p:nvPr/>
        </p:nvSpPr>
        <p:spPr>
          <a:xfrm>
            <a:off x="7116460" y="320578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1"/>
          <p:cNvSpPr/>
          <p:nvPr/>
        </p:nvSpPr>
        <p:spPr>
          <a:xfrm>
            <a:off x="7116460" y="3257166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1"/>
          <p:cNvSpPr/>
          <p:nvPr/>
        </p:nvSpPr>
        <p:spPr>
          <a:xfrm>
            <a:off x="7116460" y="3308263"/>
            <a:ext cx="567349" cy="364366"/>
          </a:xfrm>
          <a:custGeom>
            <a:rect b="b" l="l" r="r" t="t"/>
            <a:pathLst>
              <a:path extrusionOk="0" h="15538" w="24194">
                <a:moveTo>
                  <a:pt x="24194" y="15538"/>
                </a:moveTo>
                <a:lnTo>
                  <a:pt x="0" y="1572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1"/>
          <p:cNvSpPr/>
          <p:nvPr/>
        </p:nvSpPr>
        <p:spPr>
          <a:xfrm>
            <a:off x="7745225" y="221265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61"/>
                </a:lnTo>
                <a:lnTo>
                  <a:pt x="24182" y="1"/>
                </a:lnTo>
                <a:lnTo>
                  <a:pt x="0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1"/>
          <p:cNvSpPr/>
          <p:nvPr/>
        </p:nvSpPr>
        <p:spPr>
          <a:xfrm>
            <a:off x="7745225" y="2263753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1"/>
          <p:cNvSpPr/>
          <p:nvPr/>
        </p:nvSpPr>
        <p:spPr>
          <a:xfrm>
            <a:off x="7745225" y="2315132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1"/>
          <p:cNvSpPr/>
          <p:nvPr/>
        </p:nvSpPr>
        <p:spPr>
          <a:xfrm>
            <a:off x="7745225" y="2366511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1"/>
          <p:cNvSpPr/>
          <p:nvPr/>
        </p:nvSpPr>
        <p:spPr>
          <a:xfrm>
            <a:off x="7745225" y="2417890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1"/>
          <p:cNvSpPr/>
          <p:nvPr/>
        </p:nvSpPr>
        <p:spPr>
          <a:xfrm>
            <a:off x="7745225" y="2509463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1"/>
          <p:cNvSpPr/>
          <p:nvPr/>
        </p:nvSpPr>
        <p:spPr>
          <a:xfrm>
            <a:off x="7745225" y="2560842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1"/>
          <p:cNvSpPr/>
          <p:nvPr/>
        </p:nvSpPr>
        <p:spPr>
          <a:xfrm>
            <a:off x="7745225" y="2611916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1"/>
          <p:cNvSpPr/>
          <p:nvPr/>
        </p:nvSpPr>
        <p:spPr>
          <a:xfrm>
            <a:off x="7745225" y="266329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1"/>
          <p:cNvSpPr/>
          <p:nvPr/>
        </p:nvSpPr>
        <p:spPr>
          <a:xfrm>
            <a:off x="7745225" y="2714674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1"/>
          <p:cNvSpPr/>
          <p:nvPr/>
        </p:nvSpPr>
        <p:spPr>
          <a:xfrm>
            <a:off x="7745225" y="280624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>
            <a:off x="7745225" y="285762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1"/>
          <p:cNvSpPr/>
          <p:nvPr/>
        </p:nvSpPr>
        <p:spPr>
          <a:xfrm>
            <a:off x="7745225" y="2909004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1"/>
          <p:cNvSpPr/>
          <p:nvPr/>
        </p:nvSpPr>
        <p:spPr>
          <a:xfrm>
            <a:off x="7745225" y="2960078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9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1"/>
          <p:cNvSpPr/>
          <p:nvPr/>
        </p:nvSpPr>
        <p:spPr>
          <a:xfrm>
            <a:off x="7745225" y="301145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1"/>
          <p:cNvSpPr/>
          <p:nvPr/>
        </p:nvSpPr>
        <p:spPr>
          <a:xfrm>
            <a:off x="7745225" y="3103029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1"/>
          <p:cNvSpPr/>
          <p:nvPr/>
        </p:nvSpPr>
        <p:spPr>
          <a:xfrm>
            <a:off x="7745225" y="3154408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1"/>
          <p:cNvSpPr/>
          <p:nvPr/>
        </p:nvSpPr>
        <p:spPr>
          <a:xfrm>
            <a:off x="7745225" y="320578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1"/>
          <p:cNvSpPr/>
          <p:nvPr/>
        </p:nvSpPr>
        <p:spPr>
          <a:xfrm>
            <a:off x="7745225" y="3257166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1"/>
          <p:cNvSpPr/>
          <p:nvPr/>
        </p:nvSpPr>
        <p:spPr>
          <a:xfrm>
            <a:off x="7745225" y="3308263"/>
            <a:ext cx="567068" cy="364366"/>
          </a:xfrm>
          <a:custGeom>
            <a:rect b="b" l="l" r="r" t="t"/>
            <a:pathLst>
              <a:path extrusionOk="0" h="15538" w="24182">
                <a:moveTo>
                  <a:pt x="0" y="15538"/>
                </a:moveTo>
                <a:lnTo>
                  <a:pt x="24182" y="1572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4" name="Google Shape;1164;p21"/>
          <p:cNvGrpSpPr/>
          <p:nvPr/>
        </p:nvGrpSpPr>
        <p:grpSpPr>
          <a:xfrm>
            <a:off x="6845467" y="1589552"/>
            <a:ext cx="1738986" cy="1497958"/>
            <a:chOff x="5553063" y="1487604"/>
            <a:chExt cx="1981525" cy="1707075"/>
          </a:xfrm>
        </p:grpSpPr>
        <p:sp>
          <p:nvSpPr>
            <p:cNvPr id="1165" name="Google Shape;1165;p21"/>
            <p:cNvSpPr/>
            <p:nvPr/>
          </p:nvSpPr>
          <p:spPr>
            <a:xfrm>
              <a:off x="5563488" y="2071829"/>
              <a:ext cx="1960975" cy="1122850"/>
            </a:xfrm>
            <a:custGeom>
              <a:rect b="b" l="l" r="r" t="t"/>
              <a:pathLst>
                <a:path extrusionOk="0" h="44914" w="78439">
                  <a:moveTo>
                    <a:pt x="12" y="1"/>
                  </a:moveTo>
                  <a:cubicBezTo>
                    <a:pt x="12" y="72"/>
                    <a:pt x="12" y="132"/>
                    <a:pt x="12" y="191"/>
                  </a:cubicBezTo>
                  <a:cubicBezTo>
                    <a:pt x="12" y="263"/>
                    <a:pt x="12" y="322"/>
                    <a:pt x="12" y="394"/>
                  </a:cubicBezTo>
                  <a:cubicBezTo>
                    <a:pt x="12" y="453"/>
                    <a:pt x="12" y="525"/>
                    <a:pt x="12" y="584"/>
                  </a:cubicBezTo>
                  <a:cubicBezTo>
                    <a:pt x="12" y="656"/>
                    <a:pt x="12" y="715"/>
                    <a:pt x="12" y="775"/>
                  </a:cubicBezTo>
                  <a:cubicBezTo>
                    <a:pt x="12" y="846"/>
                    <a:pt x="12" y="906"/>
                    <a:pt x="12" y="977"/>
                  </a:cubicBezTo>
                  <a:cubicBezTo>
                    <a:pt x="12" y="1037"/>
                    <a:pt x="12" y="1108"/>
                    <a:pt x="12" y="1167"/>
                  </a:cubicBezTo>
                  <a:cubicBezTo>
                    <a:pt x="12" y="1239"/>
                    <a:pt x="12" y="1298"/>
                    <a:pt x="12" y="1358"/>
                  </a:cubicBezTo>
                  <a:cubicBezTo>
                    <a:pt x="12" y="1429"/>
                    <a:pt x="12" y="1489"/>
                    <a:pt x="12" y="1560"/>
                  </a:cubicBezTo>
                  <a:cubicBezTo>
                    <a:pt x="12" y="1620"/>
                    <a:pt x="12" y="1691"/>
                    <a:pt x="12" y="1751"/>
                  </a:cubicBezTo>
                  <a:cubicBezTo>
                    <a:pt x="12" y="1822"/>
                    <a:pt x="12" y="1882"/>
                    <a:pt x="12" y="1941"/>
                  </a:cubicBezTo>
                  <a:cubicBezTo>
                    <a:pt x="12" y="2013"/>
                    <a:pt x="12" y="2072"/>
                    <a:pt x="12" y="2144"/>
                  </a:cubicBezTo>
                  <a:cubicBezTo>
                    <a:pt x="12" y="2203"/>
                    <a:pt x="12" y="2275"/>
                    <a:pt x="12" y="2334"/>
                  </a:cubicBezTo>
                  <a:cubicBezTo>
                    <a:pt x="12" y="2406"/>
                    <a:pt x="12" y="2465"/>
                    <a:pt x="12" y="2525"/>
                  </a:cubicBezTo>
                  <a:cubicBezTo>
                    <a:pt x="12" y="2596"/>
                    <a:pt x="12" y="2656"/>
                    <a:pt x="12" y="2727"/>
                  </a:cubicBezTo>
                  <a:cubicBezTo>
                    <a:pt x="12" y="2787"/>
                    <a:pt x="12" y="2858"/>
                    <a:pt x="12" y="2918"/>
                  </a:cubicBezTo>
                  <a:cubicBezTo>
                    <a:pt x="12" y="2989"/>
                    <a:pt x="12" y="3049"/>
                    <a:pt x="12" y="3108"/>
                  </a:cubicBezTo>
                  <a:cubicBezTo>
                    <a:pt x="12" y="3180"/>
                    <a:pt x="12" y="3239"/>
                    <a:pt x="12" y="3311"/>
                  </a:cubicBezTo>
                  <a:cubicBezTo>
                    <a:pt x="12" y="3370"/>
                    <a:pt x="12" y="3442"/>
                    <a:pt x="12" y="3501"/>
                  </a:cubicBezTo>
                  <a:cubicBezTo>
                    <a:pt x="12" y="3573"/>
                    <a:pt x="12" y="3632"/>
                    <a:pt x="12" y="3692"/>
                  </a:cubicBezTo>
                  <a:cubicBezTo>
                    <a:pt x="12" y="3763"/>
                    <a:pt x="12" y="3823"/>
                    <a:pt x="12" y="3894"/>
                  </a:cubicBezTo>
                  <a:cubicBezTo>
                    <a:pt x="12" y="3954"/>
                    <a:pt x="12" y="4025"/>
                    <a:pt x="12" y="4085"/>
                  </a:cubicBezTo>
                  <a:cubicBezTo>
                    <a:pt x="12" y="4156"/>
                    <a:pt x="12" y="4215"/>
                    <a:pt x="12" y="4275"/>
                  </a:cubicBezTo>
                  <a:cubicBezTo>
                    <a:pt x="12" y="4346"/>
                    <a:pt x="12" y="4406"/>
                    <a:pt x="12" y="4477"/>
                  </a:cubicBezTo>
                  <a:cubicBezTo>
                    <a:pt x="12" y="4537"/>
                    <a:pt x="12" y="4608"/>
                    <a:pt x="12" y="4668"/>
                  </a:cubicBezTo>
                  <a:cubicBezTo>
                    <a:pt x="12" y="4739"/>
                    <a:pt x="12" y="4799"/>
                    <a:pt x="12" y="4858"/>
                  </a:cubicBezTo>
                  <a:cubicBezTo>
                    <a:pt x="12" y="4930"/>
                    <a:pt x="12" y="4989"/>
                    <a:pt x="12" y="5061"/>
                  </a:cubicBezTo>
                  <a:cubicBezTo>
                    <a:pt x="12" y="5120"/>
                    <a:pt x="12" y="5192"/>
                    <a:pt x="12" y="5251"/>
                  </a:cubicBezTo>
                  <a:cubicBezTo>
                    <a:pt x="12" y="5323"/>
                    <a:pt x="12" y="5382"/>
                    <a:pt x="12" y="5442"/>
                  </a:cubicBezTo>
                  <a:cubicBezTo>
                    <a:pt x="12" y="5513"/>
                    <a:pt x="12" y="5573"/>
                    <a:pt x="12" y="5644"/>
                  </a:cubicBezTo>
                  <a:cubicBezTo>
                    <a:pt x="12" y="5704"/>
                    <a:pt x="12" y="5775"/>
                    <a:pt x="12" y="5835"/>
                  </a:cubicBezTo>
                  <a:cubicBezTo>
                    <a:pt x="12" y="5906"/>
                    <a:pt x="12" y="5966"/>
                    <a:pt x="12" y="6025"/>
                  </a:cubicBezTo>
                  <a:cubicBezTo>
                    <a:pt x="12" y="6097"/>
                    <a:pt x="12" y="6156"/>
                    <a:pt x="12" y="6228"/>
                  </a:cubicBezTo>
                  <a:cubicBezTo>
                    <a:pt x="12" y="6287"/>
                    <a:pt x="12" y="6359"/>
                    <a:pt x="12" y="6418"/>
                  </a:cubicBezTo>
                  <a:cubicBezTo>
                    <a:pt x="12" y="6490"/>
                    <a:pt x="12" y="6549"/>
                    <a:pt x="12" y="6609"/>
                  </a:cubicBezTo>
                  <a:cubicBezTo>
                    <a:pt x="12" y="6680"/>
                    <a:pt x="12" y="6740"/>
                    <a:pt x="12" y="6811"/>
                  </a:cubicBezTo>
                  <a:cubicBezTo>
                    <a:pt x="12" y="6871"/>
                    <a:pt x="12" y="6942"/>
                    <a:pt x="12" y="7002"/>
                  </a:cubicBezTo>
                  <a:cubicBezTo>
                    <a:pt x="12" y="7073"/>
                    <a:pt x="12" y="7132"/>
                    <a:pt x="12" y="7192"/>
                  </a:cubicBezTo>
                  <a:cubicBezTo>
                    <a:pt x="12" y="7263"/>
                    <a:pt x="12" y="7323"/>
                    <a:pt x="12" y="7394"/>
                  </a:cubicBezTo>
                  <a:cubicBezTo>
                    <a:pt x="12" y="7454"/>
                    <a:pt x="12" y="7525"/>
                    <a:pt x="12" y="7585"/>
                  </a:cubicBezTo>
                  <a:cubicBezTo>
                    <a:pt x="12" y="7656"/>
                    <a:pt x="12" y="7716"/>
                    <a:pt x="12" y="7775"/>
                  </a:cubicBezTo>
                  <a:cubicBezTo>
                    <a:pt x="12" y="7847"/>
                    <a:pt x="12" y="7906"/>
                    <a:pt x="12" y="7978"/>
                  </a:cubicBezTo>
                  <a:cubicBezTo>
                    <a:pt x="12" y="8037"/>
                    <a:pt x="12" y="8109"/>
                    <a:pt x="12" y="8168"/>
                  </a:cubicBezTo>
                  <a:cubicBezTo>
                    <a:pt x="12" y="8228"/>
                    <a:pt x="12" y="8299"/>
                    <a:pt x="12" y="8359"/>
                  </a:cubicBezTo>
                  <a:cubicBezTo>
                    <a:pt x="12" y="8430"/>
                    <a:pt x="12" y="8490"/>
                    <a:pt x="12" y="8561"/>
                  </a:cubicBezTo>
                  <a:cubicBezTo>
                    <a:pt x="12" y="8621"/>
                    <a:pt x="12" y="8692"/>
                    <a:pt x="12" y="8752"/>
                  </a:cubicBezTo>
                  <a:cubicBezTo>
                    <a:pt x="12" y="8811"/>
                    <a:pt x="12" y="8883"/>
                    <a:pt x="12" y="8942"/>
                  </a:cubicBezTo>
                  <a:cubicBezTo>
                    <a:pt x="12" y="9014"/>
                    <a:pt x="12" y="9073"/>
                    <a:pt x="12" y="9145"/>
                  </a:cubicBezTo>
                  <a:cubicBezTo>
                    <a:pt x="12" y="9204"/>
                    <a:pt x="12" y="9276"/>
                    <a:pt x="12" y="9335"/>
                  </a:cubicBezTo>
                  <a:cubicBezTo>
                    <a:pt x="12" y="9395"/>
                    <a:pt x="12" y="9466"/>
                    <a:pt x="12" y="9526"/>
                  </a:cubicBezTo>
                  <a:cubicBezTo>
                    <a:pt x="12" y="9597"/>
                    <a:pt x="12" y="9657"/>
                    <a:pt x="12" y="9728"/>
                  </a:cubicBezTo>
                  <a:cubicBezTo>
                    <a:pt x="12" y="9788"/>
                    <a:pt x="12" y="9859"/>
                    <a:pt x="12" y="9919"/>
                  </a:cubicBezTo>
                  <a:cubicBezTo>
                    <a:pt x="12" y="9978"/>
                    <a:pt x="12" y="10050"/>
                    <a:pt x="12" y="10109"/>
                  </a:cubicBezTo>
                  <a:cubicBezTo>
                    <a:pt x="12" y="10180"/>
                    <a:pt x="12" y="10240"/>
                    <a:pt x="12" y="10311"/>
                  </a:cubicBezTo>
                  <a:cubicBezTo>
                    <a:pt x="12" y="10371"/>
                    <a:pt x="12" y="10442"/>
                    <a:pt x="12" y="10502"/>
                  </a:cubicBezTo>
                  <a:cubicBezTo>
                    <a:pt x="12" y="10561"/>
                    <a:pt x="12" y="10633"/>
                    <a:pt x="12" y="10692"/>
                  </a:cubicBezTo>
                  <a:cubicBezTo>
                    <a:pt x="12" y="10764"/>
                    <a:pt x="12" y="10823"/>
                    <a:pt x="12" y="10895"/>
                  </a:cubicBezTo>
                  <a:cubicBezTo>
                    <a:pt x="12" y="10954"/>
                    <a:pt x="12" y="11026"/>
                    <a:pt x="12" y="11085"/>
                  </a:cubicBezTo>
                  <a:cubicBezTo>
                    <a:pt x="12" y="11145"/>
                    <a:pt x="12" y="11216"/>
                    <a:pt x="12" y="11276"/>
                  </a:cubicBezTo>
                  <a:cubicBezTo>
                    <a:pt x="12" y="11347"/>
                    <a:pt x="12" y="11407"/>
                    <a:pt x="12" y="11478"/>
                  </a:cubicBezTo>
                  <a:cubicBezTo>
                    <a:pt x="12" y="11538"/>
                    <a:pt x="12" y="11609"/>
                    <a:pt x="12" y="11669"/>
                  </a:cubicBezTo>
                  <a:cubicBezTo>
                    <a:pt x="12" y="11728"/>
                    <a:pt x="12" y="11800"/>
                    <a:pt x="12" y="11859"/>
                  </a:cubicBezTo>
                  <a:cubicBezTo>
                    <a:pt x="12" y="11931"/>
                    <a:pt x="12" y="11990"/>
                    <a:pt x="12" y="12062"/>
                  </a:cubicBezTo>
                  <a:cubicBezTo>
                    <a:pt x="12" y="12121"/>
                    <a:pt x="12" y="12193"/>
                    <a:pt x="12" y="12252"/>
                  </a:cubicBezTo>
                  <a:cubicBezTo>
                    <a:pt x="12" y="12312"/>
                    <a:pt x="12" y="12383"/>
                    <a:pt x="12" y="12443"/>
                  </a:cubicBezTo>
                  <a:cubicBezTo>
                    <a:pt x="12" y="12514"/>
                    <a:pt x="12" y="12574"/>
                    <a:pt x="12" y="12645"/>
                  </a:cubicBezTo>
                  <a:cubicBezTo>
                    <a:pt x="12" y="12705"/>
                    <a:pt x="12" y="12776"/>
                    <a:pt x="12" y="12836"/>
                  </a:cubicBezTo>
                  <a:cubicBezTo>
                    <a:pt x="12" y="12895"/>
                    <a:pt x="12" y="12967"/>
                    <a:pt x="12" y="13026"/>
                  </a:cubicBezTo>
                  <a:cubicBezTo>
                    <a:pt x="12" y="13098"/>
                    <a:pt x="12" y="13157"/>
                    <a:pt x="12" y="13228"/>
                  </a:cubicBezTo>
                  <a:cubicBezTo>
                    <a:pt x="12" y="13288"/>
                    <a:pt x="12" y="13359"/>
                    <a:pt x="12" y="13419"/>
                  </a:cubicBezTo>
                  <a:cubicBezTo>
                    <a:pt x="12" y="13479"/>
                    <a:pt x="12" y="13550"/>
                    <a:pt x="12" y="13609"/>
                  </a:cubicBezTo>
                  <a:cubicBezTo>
                    <a:pt x="12" y="13681"/>
                    <a:pt x="12" y="13740"/>
                    <a:pt x="12" y="13812"/>
                  </a:cubicBezTo>
                  <a:cubicBezTo>
                    <a:pt x="12" y="13871"/>
                    <a:pt x="12" y="13943"/>
                    <a:pt x="12" y="14002"/>
                  </a:cubicBezTo>
                  <a:cubicBezTo>
                    <a:pt x="12" y="14062"/>
                    <a:pt x="12" y="14133"/>
                    <a:pt x="12" y="14193"/>
                  </a:cubicBezTo>
                  <a:cubicBezTo>
                    <a:pt x="12" y="14264"/>
                    <a:pt x="12" y="14324"/>
                    <a:pt x="12" y="14395"/>
                  </a:cubicBezTo>
                  <a:cubicBezTo>
                    <a:pt x="12" y="14455"/>
                    <a:pt x="12" y="14526"/>
                    <a:pt x="12" y="14586"/>
                  </a:cubicBezTo>
                  <a:cubicBezTo>
                    <a:pt x="12" y="14645"/>
                    <a:pt x="12" y="14717"/>
                    <a:pt x="12" y="14776"/>
                  </a:cubicBezTo>
                  <a:cubicBezTo>
                    <a:pt x="12" y="14848"/>
                    <a:pt x="12" y="14907"/>
                    <a:pt x="12" y="14979"/>
                  </a:cubicBezTo>
                  <a:cubicBezTo>
                    <a:pt x="12" y="15038"/>
                    <a:pt x="12" y="15110"/>
                    <a:pt x="12" y="15169"/>
                  </a:cubicBezTo>
                  <a:cubicBezTo>
                    <a:pt x="12" y="15229"/>
                    <a:pt x="12" y="15300"/>
                    <a:pt x="12" y="15360"/>
                  </a:cubicBezTo>
                  <a:cubicBezTo>
                    <a:pt x="12" y="15431"/>
                    <a:pt x="12" y="15491"/>
                    <a:pt x="12" y="15562"/>
                  </a:cubicBezTo>
                  <a:cubicBezTo>
                    <a:pt x="12" y="15622"/>
                    <a:pt x="12" y="15693"/>
                    <a:pt x="12" y="15753"/>
                  </a:cubicBezTo>
                  <a:cubicBezTo>
                    <a:pt x="12" y="15812"/>
                    <a:pt x="12" y="15884"/>
                    <a:pt x="12" y="15943"/>
                  </a:cubicBezTo>
                  <a:cubicBezTo>
                    <a:pt x="12" y="16015"/>
                    <a:pt x="12" y="16074"/>
                    <a:pt x="12" y="16146"/>
                  </a:cubicBezTo>
                  <a:cubicBezTo>
                    <a:pt x="12" y="16205"/>
                    <a:pt x="12" y="16276"/>
                    <a:pt x="12" y="16336"/>
                  </a:cubicBezTo>
                  <a:cubicBezTo>
                    <a:pt x="12" y="16396"/>
                    <a:pt x="12" y="16467"/>
                    <a:pt x="12" y="16527"/>
                  </a:cubicBezTo>
                  <a:cubicBezTo>
                    <a:pt x="12" y="16598"/>
                    <a:pt x="12" y="16657"/>
                    <a:pt x="12" y="16729"/>
                  </a:cubicBezTo>
                  <a:cubicBezTo>
                    <a:pt x="12" y="16788"/>
                    <a:pt x="12" y="16860"/>
                    <a:pt x="12" y="16919"/>
                  </a:cubicBezTo>
                  <a:cubicBezTo>
                    <a:pt x="12" y="16979"/>
                    <a:pt x="12" y="17050"/>
                    <a:pt x="12" y="17110"/>
                  </a:cubicBezTo>
                  <a:cubicBezTo>
                    <a:pt x="12" y="17181"/>
                    <a:pt x="12" y="17241"/>
                    <a:pt x="12" y="17312"/>
                  </a:cubicBezTo>
                  <a:cubicBezTo>
                    <a:pt x="12" y="17372"/>
                    <a:pt x="12" y="17443"/>
                    <a:pt x="12" y="17503"/>
                  </a:cubicBezTo>
                  <a:cubicBezTo>
                    <a:pt x="12" y="17562"/>
                    <a:pt x="12" y="17634"/>
                    <a:pt x="12" y="17693"/>
                  </a:cubicBezTo>
                  <a:cubicBezTo>
                    <a:pt x="12" y="17765"/>
                    <a:pt x="12" y="17824"/>
                    <a:pt x="12" y="17896"/>
                  </a:cubicBezTo>
                  <a:cubicBezTo>
                    <a:pt x="12" y="17955"/>
                    <a:pt x="12" y="18015"/>
                    <a:pt x="12" y="18086"/>
                  </a:cubicBezTo>
                  <a:cubicBezTo>
                    <a:pt x="12" y="18146"/>
                    <a:pt x="12" y="18217"/>
                    <a:pt x="12" y="18277"/>
                  </a:cubicBezTo>
                  <a:cubicBezTo>
                    <a:pt x="12" y="18348"/>
                    <a:pt x="12" y="18408"/>
                    <a:pt x="12" y="18479"/>
                  </a:cubicBezTo>
                  <a:cubicBezTo>
                    <a:pt x="12" y="18539"/>
                    <a:pt x="12" y="18598"/>
                    <a:pt x="12" y="18670"/>
                  </a:cubicBezTo>
                  <a:cubicBezTo>
                    <a:pt x="12" y="18729"/>
                    <a:pt x="12" y="18801"/>
                    <a:pt x="12" y="18860"/>
                  </a:cubicBezTo>
                  <a:cubicBezTo>
                    <a:pt x="12" y="18932"/>
                    <a:pt x="12" y="18991"/>
                    <a:pt x="12" y="19063"/>
                  </a:cubicBezTo>
                  <a:cubicBezTo>
                    <a:pt x="12" y="19122"/>
                    <a:pt x="12" y="19182"/>
                    <a:pt x="12" y="19253"/>
                  </a:cubicBezTo>
                  <a:cubicBezTo>
                    <a:pt x="12" y="19313"/>
                    <a:pt x="12" y="19384"/>
                    <a:pt x="12" y="19444"/>
                  </a:cubicBezTo>
                  <a:cubicBezTo>
                    <a:pt x="12" y="19515"/>
                    <a:pt x="12" y="19575"/>
                    <a:pt x="12" y="19646"/>
                  </a:cubicBezTo>
                  <a:cubicBezTo>
                    <a:pt x="12" y="19705"/>
                    <a:pt x="12" y="19765"/>
                    <a:pt x="12" y="19836"/>
                  </a:cubicBezTo>
                  <a:cubicBezTo>
                    <a:pt x="12" y="19896"/>
                    <a:pt x="12" y="19967"/>
                    <a:pt x="12" y="20027"/>
                  </a:cubicBezTo>
                  <a:cubicBezTo>
                    <a:pt x="12" y="20098"/>
                    <a:pt x="12" y="20158"/>
                    <a:pt x="12" y="20229"/>
                  </a:cubicBezTo>
                  <a:cubicBezTo>
                    <a:pt x="12" y="20289"/>
                    <a:pt x="12" y="20348"/>
                    <a:pt x="12" y="20420"/>
                  </a:cubicBezTo>
                  <a:cubicBezTo>
                    <a:pt x="12" y="20479"/>
                    <a:pt x="12" y="20551"/>
                    <a:pt x="12" y="20610"/>
                  </a:cubicBezTo>
                  <a:cubicBezTo>
                    <a:pt x="12" y="20682"/>
                    <a:pt x="12" y="20741"/>
                    <a:pt x="12" y="20813"/>
                  </a:cubicBezTo>
                  <a:cubicBezTo>
                    <a:pt x="12" y="20872"/>
                    <a:pt x="12" y="20932"/>
                    <a:pt x="12" y="21003"/>
                  </a:cubicBezTo>
                  <a:cubicBezTo>
                    <a:pt x="12" y="21063"/>
                    <a:pt x="12" y="21134"/>
                    <a:pt x="12" y="21194"/>
                  </a:cubicBezTo>
                  <a:cubicBezTo>
                    <a:pt x="12" y="21265"/>
                    <a:pt x="12" y="21325"/>
                    <a:pt x="12" y="21396"/>
                  </a:cubicBezTo>
                  <a:cubicBezTo>
                    <a:pt x="12" y="21456"/>
                    <a:pt x="12" y="21515"/>
                    <a:pt x="12" y="21587"/>
                  </a:cubicBezTo>
                  <a:cubicBezTo>
                    <a:pt x="0" y="22515"/>
                    <a:pt x="500" y="23373"/>
                    <a:pt x="1310" y="23837"/>
                  </a:cubicBezTo>
                  <a:lnTo>
                    <a:pt x="36612" y="44208"/>
                  </a:lnTo>
                  <a:cubicBezTo>
                    <a:pt x="37416" y="44679"/>
                    <a:pt x="38315" y="44914"/>
                    <a:pt x="39215" y="44914"/>
                  </a:cubicBezTo>
                  <a:cubicBezTo>
                    <a:pt x="40115" y="44914"/>
                    <a:pt x="41017" y="44679"/>
                    <a:pt x="41827" y="44208"/>
                  </a:cubicBezTo>
                  <a:lnTo>
                    <a:pt x="77129" y="23837"/>
                  </a:lnTo>
                  <a:cubicBezTo>
                    <a:pt x="77939" y="23373"/>
                    <a:pt x="78439" y="22515"/>
                    <a:pt x="78427" y="21587"/>
                  </a:cubicBezTo>
                  <a:lnTo>
                    <a:pt x="78427" y="21384"/>
                  </a:lnTo>
                  <a:lnTo>
                    <a:pt x="78427" y="21194"/>
                  </a:lnTo>
                  <a:lnTo>
                    <a:pt x="78427" y="21003"/>
                  </a:lnTo>
                  <a:lnTo>
                    <a:pt x="78427" y="20801"/>
                  </a:lnTo>
                  <a:lnTo>
                    <a:pt x="78427" y="20610"/>
                  </a:lnTo>
                  <a:lnTo>
                    <a:pt x="78427" y="20420"/>
                  </a:lnTo>
                  <a:lnTo>
                    <a:pt x="78427" y="20217"/>
                  </a:lnTo>
                  <a:lnTo>
                    <a:pt x="78427" y="20027"/>
                  </a:lnTo>
                  <a:lnTo>
                    <a:pt x="78427" y="19836"/>
                  </a:lnTo>
                  <a:lnTo>
                    <a:pt x="78427" y="19634"/>
                  </a:lnTo>
                  <a:lnTo>
                    <a:pt x="78427" y="19444"/>
                  </a:lnTo>
                  <a:lnTo>
                    <a:pt x="78427" y="19253"/>
                  </a:lnTo>
                  <a:lnTo>
                    <a:pt x="78427" y="19051"/>
                  </a:lnTo>
                  <a:lnTo>
                    <a:pt x="78427" y="18860"/>
                  </a:lnTo>
                  <a:lnTo>
                    <a:pt x="78427" y="18670"/>
                  </a:lnTo>
                  <a:lnTo>
                    <a:pt x="78427" y="18467"/>
                  </a:lnTo>
                  <a:lnTo>
                    <a:pt x="78427" y="18277"/>
                  </a:lnTo>
                  <a:lnTo>
                    <a:pt x="78427" y="18086"/>
                  </a:lnTo>
                  <a:lnTo>
                    <a:pt x="78427" y="17884"/>
                  </a:lnTo>
                  <a:lnTo>
                    <a:pt x="78427" y="17693"/>
                  </a:lnTo>
                  <a:lnTo>
                    <a:pt x="78427" y="17503"/>
                  </a:lnTo>
                  <a:lnTo>
                    <a:pt x="78427" y="17300"/>
                  </a:lnTo>
                  <a:lnTo>
                    <a:pt x="78427" y="17110"/>
                  </a:lnTo>
                  <a:lnTo>
                    <a:pt x="78427" y="16919"/>
                  </a:lnTo>
                  <a:lnTo>
                    <a:pt x="78427" y="16717"/>
                  </a:lnTo>
                  <a:lnTo>
                    <a:pt x="78427" y="16527"/>
                  </a:lnTo>
                  <a:lnTo>
                    <a:pt x="78427" y="16336"/>
                  </a:lnTo>
                  <a:lnTo>
                    <a:pt x="78427" y="16146"/>
                  </a:lnTo>
                  <a:lnTo>
                    <a:pt x="78427" y="15943"/>
                  </a:lnTo>
                  <a:lnTo>
                    <a:pt x="78427" y="15753"/>
                  </a:lnTo>
                  <a:lnTo>
                    <a:pt x="78427" y="15562"/>
                  </a:lnTo>
                  <a:lnTo>
                    <a:pt x="78427" y="15360"/>
                  </a:lnTo>
                  <a:lnTo>
                    <a:pt x="78427" y="15169"/>
                  </a:lnTo>
                  <a:lnTo>
                    <a:pt x="78427" y="14979"/>
                  </a:lnTo>
                  <a:lnTo>
                    <a:pt x="78427" y="14776"/>
                  </a:lnTo>
                  <a:lnTo>
                    <a:pt x="78427" y="14586"/>
                  </a:lnTo>
                  <a:lnTo>
                    <a:pt x="78427" y="14395"/>
                  </a:lnTo>
                  <a:lnTo>
                    <a:pt x="78427" y="14193"/>
                  </a:lnTo>
                  <a:lnTo>
                    <a:pt x="78427" y="14002"/>
                  </a:lnTo>
                  <a:lnTo>
                    <a:pt x="78427" y="13812"/>
                  </a:lnTo>
                  <a:lnTo>
                    <a:pt x="78427" y="13609"/>
                  </a:lnTo>
                  <a:lnTo>
                    <a:pt x="78427" y="13419"/>
                  </a:lnTo>
                  <a:lnTo>
                    <a:pt x="78427" y="13228"/>
                  </a:lnTo>
                  <a:lnTo>
                    <a:pt x="78427" y="13026"/>
                  </a:lnTo>
                  <a:lnTo>
                    <a:pt x="78427" y="12836"/>
                  </a:lnTo>
                  <a:lnTo>
                    <a:pt x="78427" y="12645"/>
                  </a:lnTo>
                  <a:lnTo>
                    <a:pt x="78427" y="12443"/>
                  </a:lnTo>
                  <a:lnTo>
                    <a:pt x="78427" y="12252"/>
                  </a:lnTo>
                  <a:lnTo>
                    <a:pt x="78427" y="12062"/>
                  </a:lnTo>
                  <a:lnTo>
                    <a:pt x="78427" y="11859"/>
                  </a:lnTo>
                  <a:lnTo>
                    <a:pt x="78427" y="11669"/>
                  </a:lnTo>
                  <a:lnTo>
                    <a:pt x="78427" y="11478"/>
                  </a:lnTo>
                  <a:lnTo>
                    <a:pt x="78427" y="11276"/>
                  </a:lnTo>
                  <a:lnTo>
                    <a:pt x="78427" y="11085"/>
                  </a:lnTo>
                  <a:lnTo>
                    <a:pt x="78427" y="10895"/>
                  </a:lnTo>
                  <a:lnTo>
                    <a:pt x="78427" y="10692"/>
                  </a:lnTo>
                  <a:lnTo>
                    <a:pt x="78427" y="10502"/>
                  </a:lnTo>
                  <a:lnTo>
                    <a:pt x="78427" y="10311"/>
                  </a:lnTo>
                  <a:lnTo>
                    <a:pt x="78427" y="10109"/>
                  </a:lnTo>
                  <a:lnTo>
                    <a:pt x="78427" y="9919"/>
                  </a:lnTo>
                  <a:lnTo>
                    <a:pt x="78427" y="9728"/>
                  </a:lnTo>
                  <a:lnTo>
                    <a:pt x="78427" y="9526"/>
                  </a:lnTo>
                  <a:lnTo>
                    <a:pt x="78427" y="9335"/>
                  </a:lnTo>
                  <a:lnTo>
                    <a:pt x="78427" y="9145"/>
                  </a:lnTo>
                  <a:lnTo>
                    <a:pt x="78427" y="8942"/>
                  </a:lnTo>
                  <a:lnTo>
                    <a:pt x="78427" y="8752"/>
                  </a:lnTo>
                  <a:lnTo>
                    <a:pt x="78427" y="8561"/>
                  </a:lnTo>
                  <a:lnTo>
                    <a:pt x="78427" y="8359"/>
                  </a:lnTo>
                  <a:lnTo>
                    <a:pt x="78427" y="8168"/>
                  </a:lnTo>
                  <a:lnTo>
                    <a:pt x="78427" y="7978"/>
                  </a:lnTo>
                  <a:lnTo>
                    <a:pt x="78427" y="7775"/>
                  </a:lnTo>
                  <a:lnTo>
                    <a:pt x="78427" y="7585"/>
                  </a:lnTo>
                  <a:lnTo>
                    <a:pt x="78427" y="7394"/>
                  </a:lnTo>
                  <a:lnTo>
                    <a:pt x="78427" y="7192"/>
                  </a:lnTo>
                  <a:lnTo>
                    <a:pt x="78427" y="7002"/>
                  </a:lnTo>
                  <a:lnTo>
                    <a:pt x="78427" y="6811"/>
                  </a:lnTo>
                  <a:lnTo>
                    <a:pt x="78427" y="6609"/>
                  </a:lnTo>
                  <a:lnTo>
                    <a:pt x="78427" y="6418"/>
                  </a:lnTo>
                  <a:lnTo>
                    <a:pt x="78427" y="6228"/>
                  </a:lnTo>
                  <a:lnTo>
                    <a:pt x="78427" y="6025"/>
                  </a:lnTo>
                  <a:lnTo>
                    <a:pt x="78427" y="5835"/>
                  </a:lnTo>
                  <a:lnTo>
                    <a:pt x="78427" y="5644"/>
                  </a:lnTo>
                  <a:lnTo>
                    <a:pt x="78427" y="5442"/>
                  </a:lnTo>
                  <a:lnTo>
                    <a:pt x="78427" y="5251"/>
                  </a:lnTo>
                  <a:lnTo>
                    <a:pt x="78427" y="5061"/>
                  </a:lnTo>
                  <a:lnTo>
                    <a:pt x="78427" y="4858"/>
                  </a:lnTo>
                  <a:lnTo>
                    <a:pt x="78427" y="4668"/>
                  </a:lnTo>
                  <a:lnTo>
                    <a:pt x="78427" y="4477"/>
                  </a:lnTo>
                  <a:lnTo>
                    <a:pt x="78427" y="4275"/>
                  </a:lnTo>
                  <a:lnTo>
                    <a:pt x="78427" y="4085"/>
                  </a:lnTo>
                  <a:lnTo>
                    <a:pt x="78427" y="3894"/>
                  </a:lnTo>
                  <a:lnTo>
                    <a:pt x="78427" y="3692"/>
                  </a:lnTo>
                  <a:lnTo>
                    <a:pt x="78427" y="3501"/>
                  </a:lnTo>
                  <a:lnTo>
                    <a:pt x="78427" y="3311"/>
                  </a:lnTo>
                  <a:lnTo>
                    <a:pt x="78427" y="3108"/>
                  </a:lnTo>
                  <a:lnTo>
                    <a:pt x="78427" y="2918"/>
                  </a:lnTo>
                  <a:lnTo>
                    <a:pt x="78427" y="2727"/>
                  </a:lnTo>
                  <a:lnTo>
                    <a:pt x="78427" y="2525"/>
                  </a:lnTo>
                  <a:lnTo>
                    <a:pt x="78427" y="2334"/>
                  </a:lnTo>
                  <a:lnTo>
                    <a:pt x="78427" y="2144"/>
                  </a:lnTo>
                  <a:lnTo>
                    <a:pt x="78427" y="1941"/>
                  </a:lnTo>
                  <a:lnTo>
                    <a:pt x="78427" y="1751"/>
                  </a:lnTo>
                  <a:lnTo>
                    <a:pt x="78427" y="1560"/>
                  </a:lnTo>
                  <a:lnTo>
                    <a:pt x="78427" y="1358"/>
                  </a:lnTo>
                  <a:lnTo>
                    <a:pt x="78427" y="1167"/>
                  </a:lnTo>
                  <a:lnTo>
                    <a:pt x="78427" y="977"/>
                  </a:lnTo>
                  <a:lnTo>
                    <a:pt x="78427" y="775"/>
                  </a:lnTo>
                  <a:lnTo>
                    <a:pt x="78427" y="584"/>
                  </a:lnTo>
                  <a:lnTo>
                    <a:pt x="78427" y="394"/>
                  </a:lnTo>
                  <a:lnTo>
                    <a:pt x="78427" y="191"/>
                  </a:lnTo>
                  <a:lnTo>
                    <a:pt x="78427" y="1"/>
                  </a:lnTo>
                  <a:lnTo>
                    <a:pt x="78212" y="1"/>
                  </a:lnTo>
                  <a:cubicBezTo>
                    <a:pt x="78224" y="858"/>
                    <a:pt x="77760" y="1644"/>
                    <a:pt x="77022" y="2072"/>
                  </a:cubicBezTo>
                  <a:lnTo>
                    <a:pt x="41720" y="22444"/>
                  </a:lnTo>
                  <a:cubicBezTo>
                    <a:pt x="40946" y="22890"/>
                    <a:pt x="40083" y="23114"/>
                    <a:pt x="39218" y="23114"/>
                  </a:cubicBezTo>
                  <a:cubicBezTo>
                    <a:pt x="38353" y="23114"/>
                    <a:pt x="37487" y="22890"/>
                    <a:pt x="36707" y="22444"/>
                  </a:cubicBezTo>
                  <a:lnTo>
                    <a:pt x="1417" y="2072"/>
                  </a:lnTo>
                  <a:cubicBezTo>
                    <a:pt x="667" y="1644"/>
                    <a:pt x="215" y="858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  <a:alpha val="41520"/>
                  </a:srgbClr>
                </a:gs>
                <a:gs pos="100000">
                  <a:srgbClr val="FFFFFF">
                    <a:alpha val="37254"/>
                    <a:alpha val="4152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1"/>
            <p:cNvSpPr/>
            <p:nvPr/>
          </p:nvSpPr>
          <p:spPr>
            <a:xfrm>
              <a:off x="5553063" y="1487604"/>
              <a:ext cx="1981525" cy="1164300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rgbClr val="A0FDF1">
                <a:alpha val="41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7" name="Google Shape;1167;p21"/>
          <p:cNvSpPr/>
          <p:nvPr/>
        </p:nvSpPr>
        <p:spPr>
          <a:xfrm>
            <a:off x="5663900" y="1715825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1"/>
          <p:cNvSpPr/>
          <p:nvPr/>
        </p:nvSpPr>
        <p:spPr>
          <a:xfrm>
            <a:off x="5801975" y="1438775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1"/>
          <p:cNvSpPr/>
          <p:nvPr/>
        </p:nvSpPr>
        <p:spPr>
          <a:xfrm>
            <a:off x="6052475" y="1505825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1"/>
          <p:cNvSpPr/>
          <p:nvPr/>
        </p:nvSpPr>
        <p:spPr>
          <a:xfrm>
            <a:off x="6097900" y="1230450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1"/>
          <p:cNvSpPr/>
          <p:nvPr/>
        </p:nvSpPr>
        <p:spPr>
          <a:xfrm>
            <a:off x="6332400" y="1327775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1"/>
          <p:cNvSpPr/>
          <p:nvPr/>
        </p:nvSpPr>
        <p:spPr>
          <a:xfrm>
            <a:off x="6590925" y="1488450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1"/>
          <p:cNvSpPr/>
          <p:nvPr/>
        </p:nvSpPr>
        <p:spPr>
          <a:xfrm>
            <a:off x="6590925" y="1267775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1"/>
          <p:cNvSpPr/>
          <p:nvPr/>
        </p:nvSpPr>
        <p:spPr>
          <a:xfrm>
            <a:off x="6825325" y="1438775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1"/>
          <p:cNvSpPr/>
          <p:nvPr/>
        </p:nvSpPr>
        <p:spPr>
          <a:xfrm>
            <a:off x="6945450" y="1601375"/>
            <a:ext cx="70500" cy="70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21"/>
          <p:cNvSpPr/>
          <p:nvPr/>
        </p:nvSpPr>
        <p:spPr>
          <a:xfrm>
            <a:off x="7132575" y="16186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1"/>
          <p:cNvSpPr/>
          <p:nvPr/>
        </p:nvSpPr>
        <p:spPr>
          <a:xfrm>
            <a:off x="7213125" y="1776250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1"/>
          <p:cNvSpPr/>
          <p:nvPr/>
        </p:nvSpPr>
        <p:spPr>
          <a:xfrm>
            <a:off x="7341050" y="17975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